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5" autoAdjust="0"/>
    <p:restoredTop sz="94660"/>
  </p:normalViewPr>
  <p:slideViewPr>
    <p:cSldViewPr>
      <p:cViewPr varScale="1">
        <p:scale>
          <a:sx n="105" d="100"/>
          <a:sy n="105" d="100"/>
        </p:scale>
        <p:origin x="210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FE899-106A-446C-ABEC-DB47E2D3106C}" type="datetimeFigureOut">
              <a:rPr lang="ko-KR" altLang="en-US" smtClean="0"/>
              <a:t>2024-07-23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0314CD-5F62-4808-9ACF-28DE1FFC1B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71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0314CD-5F62-4808-9ACF-28DE1FFC1B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3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61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366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70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649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2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70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58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32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448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33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FFA4F-78A9-466C-BECA-547145546AAD}" type="datetimeFigureOut">
              <a:rPr lang="ko-KR" altLang="en-US" smtClean="0"/>
              <a:pPr/>
              <a:t>2024-07-23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05333-E93E-46B0-8215-66F3F430D2E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29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107504" y="1412776"/>
            <a:ext cx="8928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504" y="1484784"/>
            <a:ext cx="892899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buAutoNum type="arabicPeriod"/>
            </a:pPr>
            <a:r>
              <a:rPr lang="en-US" altLang="ko-KR" sz="1400" b="1" dirty="0"/>
              <a:t>Class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Goal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This class is intended to provide the basic principles and analytical tools of Economics for KAIST</a:t>
            </a:r>
            <a:r>
              <a:rPr lang="ko-KR" altLang="en-US" sz="1200" dirty="0"/>
              <a:t> </a:t>
            </a:r>
            <a:r>
              <a:rPr lang="en-US" altLang="ko-KR" sz="1200" dirty="0"/>
              <a:t>undergraduate students. Emphases are on understanding real-world economic phenomena and better decision making for economic problems based on the economic principles and perspectives provided in the course. </a:t>
            </a:r>
          </a:p>
          <a:p>
            <a:pPr marL="265113" indent="-265113"/>
            <a:endParaRPr lang="en-US" altLang="ko-KR" sz="1200" dirty="0"/>
          </a:p>
          <a:p>
            <a:r>
              <a:rPr lang="en-US" altLang="ko-KR" sz="1400" b="1" dirty="0"/>
              <a:t>2. Textbook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“Principles of Economics” by Gregory Mankiw, 9</a:t>
            </a:r>
            <a:r>
              <a:rPr lang="en-US" altLang="ko-KR" sz="1200" baseline="30000" dirty="0"/>
              <a:t>th</a:t>
            </a:r>
            <a:r>
              <a:rPr lang="en-US" altLang="ko-KR" sz="1200" dirty="0"/>
              <a:t> Edition 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Provide lecture Summary PPT files prior to the classes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en-US" altLang="ko-KR" sz="1400" b="1" dirty="0"/>
              <a:t>3. Score &amp; Grade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Total possible score that students can get is 1,000 points.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b="1" dirty="0"/>
              <a:t>Midterm Exam 35%(350 points), Final Exam </a:t>
            </a:r>
            <a:r>
              <a:rPr lang="en-US" altLang="ko-KR" sz="1200" b="1" dirty="0" smtClean="0"/>
              <a:t>50%(500 </a:t>
            </a:r>
            <a:r>
              <a:rPr lang="en-US" altLang="ko-KR" sz="1200" b="1" dirty="0"/>
              <a:t>points)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b="1" dirty="0"/>
              <a:t>Final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Assignment </a:t>
            </a:r>
            <a:r>
              <a:rPr lang="en-US" altLang="ko-KR" sz="1200" b="1" dirty="0" smtClean="0"/>
              <a:t>5%(50 </a:t>
            </a:r>
            <a:r>
              <a:rPr lang="en-US" altLang="ko-KR" sz="1200" b="1" dirty="0"/>
              <a:t>points): </a:t>
            </a:r>
            <a:r>
              <a:rPr lang="en-US" altLang="ko-KR" sz="1200" dirty="0"/>
              <a:t>Reading an economic book and writing an essay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b="1" dirty="0"/>
              <a:t>Attendance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10%(100 points): </a:t>
            </a:r>
            <a:r>
              <a:rPr lang="en-US" altLang="ko-KR" sz="1200" dirty="0"/>
              <a:t>Deduct points (each 3 points) in proportion to the number of absences.</a:t>
            </a:r>
            <a:endParaRPr lang="en-US" altLang="ko-KR" sz="1200" b="1" dirty="0"/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Students who actively participate the class activities(Q&amp;A, discussions) may get some extra points.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Your score will be announced and updated as quickly as the exams are over on the KLMS.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en-US" altLang="ko-KR" sz="1400" dirty="0"/>
          </a:p>
          <a:p>
            <a:r>
              <a:rPr lang="en-US" altLang="ko-KR" sz="1400" b="1" dirty="0"/>
              <a:t>4. Exams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b="1" dirty="0"/>
              <a:t>Multiple choice questions, short answer questions, as well as descriptive questions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If</a:t>
            </a:r>
            <a:r>
              <a:rPr lang="ko-KR" altLang="en-US" sz="1200" dirty="0"/>
              <a:t> </a:t>
            </a:r>
            <a:r>
              <a:rPr lang="en-US" altLang="ko-KR" sz="1200" dirty="0"/>
              <a:t>you are unable to take an exam, and have a compelling and sufficient reason, you may be allowed to take a make-up exam(or submit a report).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In that case, you have to submit a certificate of proof. Otherwise, you will get zero-points for that exam.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An example of a “compelling and sufficient” reason would be participation in a job interview(only for senior students), funeral of relatives. </a:t>
            </a:r>
          </a:p>
          <a:p>
            <a:pPr marL="358775" indent="-93663">
              <a:buFont typeface="Arial" panose="020B0604020202020204" pitchFamily="34" charset="0"/>
              <a:buChar char="•"/>
            </a:pPr>
            <a:r>
              <a:rPr lang="en-US" altLang="ko-KR" sz="1200" dirty="0"/>
              <a:t>Other general academic rules and regulations of</a:t>
            </a:r>
            <a:r>
              <a:rPr lang="ko-KR" altLang="en-US" sz="1200" dirty="0"/>
              <a:t> </a:t>
            </a:r>
            <a:r>
              <a:rPr lang="en-US" altLang="ko-KR" sz="1200" dirty="0"/>
              <a:t>KAIST will be applied. 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36096" y="909882"/>
            <a:ext cx="4774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Time: </a:t>
            </a:r>
            <a:r>
              <a:rPr lang="en-US" altLang="ko-KR" sz="1100" dirty="0"/>
              <a:t>Tuesday, Thursday </a:t>
            </a:r>
            <a:r>
              <a:rPr lang="en-US" altLang="ko-KR" sz="1100" dirty="0" smtClean="0"/>
              <a:t>13:00 </a:t>
            </a:r>
            <a:r>
              <a:rPr lang="en-US" altLang="ko-KR" sz="1100" dirty="0"/>
              <a:t>~ </a:t>
            </a:r>
            <a:r>
              <a:rPr lang="en-US" altLang="ko-KR" sz="1100" dirty="0" smtClean="0"/>
              <a:t>14:30 </a:t>
            </a:r>
            <a:r>
              <a:rPr lang="en-US" altLang="ko-KR" sz="1100" dirty="0" smtClean="0"/>
              <a:t>PM, Location: To be announced</a:t>
            </a:r>
            <a:endParaRPr lang="en-US" altLang="ko-KR" sz="1100" dirty="0"/>
          </a:p>
          <a:p>
            <a:r>
              <a:rPr lang="en-US" altLang="ko-KR" sz="1100" dirty="0"/>
              <a:t>Email: choyong4@kaist.ac.kr</a:t>
            </a:r>
            <a:endParaRPr lang="ko-KR" altLang="en-US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2371855" y="185485"/>
            <a:ext cx="439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Introduction to Economics(HSS159, </a:t>
            </a:r>
            <a:r>
              <a:rPr lang="en-US" altLang="ko-KR" b="1" dirty="0" smtClean="0"/>
              <a:t>B</a:t>
            </a:r>
            <a:r>
              <a:rPr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4290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71855" y="185485"/>
            <a:ext cx="439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/>
              <a:t>Introduction to Economics(HSS159, </a:t>
            </a:r>
            <a:r>
              <a:rPr lang="en-US" altLang="ko-KR" b="1" dirty="0" smtClean="0"/>
              <a:t>B</a:t>
            </a:r>
            <a:r>
              <a:rPr lang="en-US" altLang="ko-KR" b="1" dirty="0"/>
              <a:t>)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107504" y="1412776"/>
            <a:ext cx="89289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504" y="1470263"/>
            <a:ext cx="89289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5.Lecture Schedule(Subject to change)</a:t>
            </a:r>
            <a:endParaRPr lang="ko-KR" altLang="en-US" sz="14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30003"/>
              </p:ext>
            </p:extLst>
          </p:nvPr>
        </p:nvGraphicFramePr>
        <p:xfrm>
          <a:off x="233442" y="1831372"/>
          <a:ext cx="8677116" cy="48245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8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Week #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Textbook (Mankiw 9</a:t>
                      </a:r>
                      <a:r>
                        <a:rPr lang="en-US" altLang="ko-KR" sz="1100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edition)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Main Topics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Chapter. 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Introduction, 10 Principles of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Economics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Circular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-Flow Diagram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Production Possibilities Frontier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Gains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from trade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Market Forces of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Supply and Demand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and Equilibrium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5, 6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Elasticity,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Effects of Government policies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7, 8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Consumers, Producers, and the Efficiency of Markets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to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International Trades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, HSS159 Midterm Exam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* Midterm Exam Week(No classes) *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10, 11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Externalities, Public Goods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Cost of Production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Firms in Competitive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Market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12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15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Monopoly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21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Theory of Consumer</a:t>
                      </a:r>
                      <a:r>
                        <a:rPr lang="en-US" altLang="ko-KR" sz="1100" baseline="0" dirty="0"/>
                        <a:t> Choice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23, 24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National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Income, Cost of Living, Inflation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Economic Growth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100" b="1" baseline="0" dirty="0">
                          <a:solidFill>
                            <a:schemeClr val="tx1"/>
                          </a:solidFill>
                        </a:rPr>
                        <a:t>HSS159 Final Exam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tx1"/>
                          </a:solidFill>
                        </a:rPr>
                        <a:t>* Final Exam Week(No classes) *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6096" y="909882"/>
            <a:ext cx="4774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/>
              <a:t>Time: </a:t>
            </a:r>
            <a:r>
              <a:rPr lang="en-US" altLang="ko-KR" sz="1100" dirty="0"/>
              <a:t>Tuesday, Thursday </a:t>
            </a:r>
            <a:r>
              <a:rPr lang="en-US" altLang="ko-KR" sz="1100" dirty="0" smtClean="0"/>
              <a:t>13:00 </a:t>
            </a:r>
            <a:r>
              <a:rPr lang="en-US" altLang="ko-KR" sz="1100" dirty="0"/>
              <a:t>~ </a:t>
            </a:r>
            <a:r>
              <a:rPr lang="en-US" altLang="ko-KR" sz="1100" dirty="0" smtClean="0"/>
              <a:t>14:30 </a:t>
            </a:r>
            <a:r>
              <a:rPr lang="en-US" altLang="ko-KR" sz="1100" dirty="0" smtClean="0"/>
              <a:t>PM, Location: To be announced</a:t>
            </a:r>
            <a:endParaRPr lang="en-US" altLang="ko-KR" sz="1100" dirty="0"/>
          </a:p>
          <a:p>
            <a:r>
              <a:rPr lang="en-US" altLang="ko-KR" sz="1100" dirty="0"/>
              <a:t>Email: choyong4@kaist.ac.kr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829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474</Words>
  <Application>Microsoft Office PowerPoint</Application>
  <PresentationFormat>화면 슬라이드 쇼(4:3)</PresentationFormat>
  <Paragraphs>80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yscho</dc:creator>
  <cp:lastModifiedBy>User</cp:lastModifiedBy>
  <cp:revision>65</cp:revision>
  <cp:lastPrinted>2019-02-24T12:44:08Z</cp:lastPrinted>
  <dcterms:created xsi:type="dcterms:W3CDTF">2019-02-24T10:45:23Z</dcterms:created>
  <dcterms:modified xsi:type="dcterms:W3CDTF">2024-07-23T06:18:02Z</dcterms:modified>
</cp:coreProperties>
</file>