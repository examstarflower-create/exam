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Ch</a:t>
            </a:r>
            <a:r>
              <a:rPr lang="ko-KR" altLang="en-US" dirty="0"/>
              <a:t> </a:t>
            </a:r>
            <a:r>
              <a:rPr lang="en-US" altLang="ko-KR" dirty="0"/>
              <a:t>10. Externalities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744567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u="sng" dirty="0"/>
              <a:t>Externalities : </a:t>
            </a:r>
            <a:r>
              <a:rPr lang="en-US" altLang="ko-KR" sz="1300" dirty="0"/>
              <a:t>One type of market failure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The uncompensated impact of one person’s actions on the well-being of a bystander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Negative</a:t>
            </a:r>
            <a:r>
              <a:rPr lang="ko-KR" altLang="en-US" sz="1300" dirty="0"/>
              <a:t> </a:t>
            </a:r>
            <a:r>
              <a:rPr lang="en-US" altLang="ko-KR" sz="1300" dirty="0"/>
              <a:t>externality and Positive externality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The market outcome is not efficient, because buyers and sellers in the market neglect the </a:t>
            </a:r>
            <a:r>
              <a:rPr lang="en-US" altLang="ko-KR" sz="1300" b="1" u="sng" dirty="0"/>
              <a:t>external costs</a:t>
            </a:r>
            <a:r>
              <a:rPr lang="en-US" altLang="ko-KR" sz="1300" dirty="0"/>
              <a:t> or benefits of their action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Government policies can potentially improve the outcome.</a:t>
            </a:r>
          </a:p>
          <a:p>
            <a:pPr lvl="1"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Negative</a:t>
            </a:r>
            <a:r>
              <a:rPr lang="ko-KR" altLang="en-US" sz="1300" b="1" dirty="0"/>
              <a:t> </a:t>
            </a:r>
            <a:r>
              <a:rPr lang="en-US" altLang="ko-KR" sz="1300" b="1" dirty="0"/>
              <a:t>externalities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300" dirty="0"/>
              <a:t>- ex. Air pollution from a factory, Noise from your neighbor..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The market equilibrium maximizes consumer + producer surplus.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Supply curve shows private cost of sellers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Demand curve shows private value of buyers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With negative externality, the market equilibrium is greater than socially desirable amount. 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Social cost = Private cost</a:t>
            </a:r>
            <a:r>
              <a:rPr lang="ko-KR" altLang="en-US" sz="1300" b="1" dirty="0"/>
              <a:t> </a:t>
            </a:r>
            <a:r>
              <a:rPr lang="en-US" altLang="ko-KR" sz="1300" b="1" dirty="0"/>
              <a:t>+ External cost(=value of negative impact on bystanders)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300" dirty="0"/>
              <a:t>- One solution: tax sellers $1/gallon, would shift S curve up $1.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Internalizing the externality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300" dirty="0"/>
              <a:t>- Altering incentives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300" dirty="0"/>
              <a:t>- “market equilibrium = social optimal”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Positive externalities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Ex. Being vaccinated against COVID 19, R&amp;D, College education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With Positive externality, the market equilibrium is less than social optimal.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Social value = Private value + External benefit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To internalize, provide subsidy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70800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/>
              <a:t>Public policies toward externalities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Command and control policies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300" dirty="0"/>
              <a:t>- Direct regulation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Market based policies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Providing incentives (taxes or subsidies)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Tradable pollution permits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Pigouvian taxes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English economist A. Pigou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Corrective taxes</a:t>
            </a:r>
          </a:p>
          <a:p>
            <a:pPr lvl="1"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Private solutions to Externalities</a:t>
            </a:r>
            <a:br>
              <a:rPr lang="en-US" altLang="ko-KR" sz="1300" dirty="0"/>
            </a:br>
            <a:r>
              <a:rPr lang="en-US" altLang="ko-KR" sz="1300" u="sng" dirty="0"/>
              <a:t>The Coase Theorem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300" dirty="0"/>
              <a:t>- If private parties can bargain without cost over the allocation of resources, they can solve the problem of externalities on their own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Why private solutions do not always work?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300" dirty="0"/>
              <a:t>- High transaction cost</a:t>
            </a:r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075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</TotalTime>
  <Words>283</Words>
  <Application>Microsoft Office PowerPoint</Application>
  <PresentationFormat>와이드스크린</PresentationFormat>
  <Paragraphs>40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Ch 10. Externalities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102</cp:revision>
  <dcterms:created xsi:type="dcterms:W3CDTF">2021-06-28T02:08:57Z</dcterms:created>
  <dcterms:modified xsi:type="dcterms:W3CDTF">2023-03-27T05:22:11Z</dcterms:modified>
</cp:coreProperties>
</file>