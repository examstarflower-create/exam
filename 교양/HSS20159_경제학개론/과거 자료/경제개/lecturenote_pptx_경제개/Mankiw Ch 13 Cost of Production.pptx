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 13. The Cost of Production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18294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dirty="0"/>
              <a:t>The Firm’s goal is to maximize profit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Profit = Total revenue – Total cost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/>
              <a:t>TR, the amount a firm receives from the sale of its output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/>
              <a:t>TC, the market value of the inputs a firm uses in production</a:t>
            </a:r>
          </a:p>
          <a:p>
            <a:pPr lvl="1">
              <a:lnSpc>
                <a:spcPct val="160000"/>
              </a:lnSpc>
            </a:pPr>
            <a:r>
              <a:rPr lang="en-US" altLang="ko-KR" sz="1300" b="1" dirty="0"/>
              <a:t>Opportunity</a:t>
            </a:r>
            <a:r>
              <a:rPr lang="ko-KR" altLang="en-US" sz="1300" b="1" dirty="0"/>
              <a:t> </a:t>
            </a:r>
            <a:r>
              <a:rPr lang="en-US" altLang="ko-KR" sz="1300" b="1" dirty="0"/>
              <a:t>cost</a:t>
            </a:r>
            <a:r>
              <a:rPr lang="ko-KR" altLang="en-US" sz="1300" b="1" dirty="0"/>
              <a:t> </a:t>
            </a:r>
            <a:r>
              <a:rPr lang="en-US" altLang="ko-KR" sz="1300" b="1" dirty="0"/>
              <a:t>: The cost of something is what you give up to get it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Total Cost = Explicit cost + Implicit cost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Implicit cost : do not require a cash outlay</a:t>
            </a:r>
          </a:p>
          <a:p>
            <a:pPr lvl="1">
              <a:lnSpc>
                <a:spcPct val="160000"/>
              </a:lnSpc>
            </a:pPr>
            <a:r>
              <a:rPr lang="en-US" altLang="ko-KR" sz="1300" b="1" dirty="0"/>
              <a:t>Ex. </a:t>
            </a:r>
            <a:r>
              <a:rPr lang="en-US" altLang="ko-KR" sz="1300" dirty="0"/>
              <a:t>the opportunity cost of the owner’s time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Accounting profit (TR</a:t>
            </a:r>
            <a:r>
              <a:rPr lang="ko-KR" altLang="en-US" sz="1300" dirty="0"/>
              <a:t> </a:t>
            </a:r>
            <a:r>
              <a:rPr lang="en-US" altLang="ko-KR" sz="1300" dirty="0"/>
              <a:t>– explicit cost)</a:t>
            </a:r>
            <a:r>
              <a:rPr lang="ko-KR" altLang="en-US" sz="1300" dirty="0"/>
              <a:t> </a:t>
            </a:r>
            <a:r>
              <a:rPr lang="en-US" altLang="ko-KR" sz="1300" dirty="0"/>
              <a:t>vs. Economic Profit (TR -  Explicit cost + Implicit cost)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/>
              <a:t>Accounting profit ignores implicit costs, so it’s higher than economic profit. </a:t>
            </a:r>
          </a:p>
          <a:p>
            <a:pPr>
              <a:lnSpc>
                <a:spcPct val="160000"/>
              </a:lnSpc>
            </a:pPr>
            <a:endParaRPr lang="en-US" altLang="ko-KR" sz="1400" b="1" dirty="0"/>
          </a:p>
          <a:p>
            <a:pPr>
              <a:lnSpc>
                <a:spcPct val="160000"/>
              </a:lnSpc>
            </a:pPr>
            <a:r>
              <a:rPr lang="en-US" altLang="ko-KR" sz="1400" b="1" dirty="0"/>
              <a:t>Production function</a:t>
            </a:r>
            <a:r>
              <a:rPr lang="en-US" altLang="ko-KR" sz="1400" dirty="0"/>
              <a:t>: Relationship between Q of inputs and Q of outputs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Gets Flat as production rises.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Marginal product : slope of production function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Marginal product of Labor, MPL = ∆Q / ∆L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Diminishing marginal product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Why MPL is important, and why diminishes?</a:t>
            </a:r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ko-KR" altLang="en-US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400" dirty="0"/>
              <a:t>Total Cost Curve, TC</a:t>
            </a:r>
          </a:p>
          <a:p>
            <a:pPr>
              <a:lnSpc>
                <a:spcPct val="160000"/>
              </a:lnSpc>
            </a:pPr>
            <a:r>
              <a:rPr lang="en-US" altLang="ko-KR" sz="1400" b="1" dirty="0"/>
              <a:t>MC, marginal cost </a:t>
            </a:r>
            <a:r>
              <a:rPr lang="en-US" altLang="ko-KR" sz="1400" dirty="0"/>
              <a:t>: Increase in total cost arising from and extra unit of production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MC = ∆TC / ∆Q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Why MC is important?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To maximize profit, MC = MR 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/>
              <a:t>We will learn about MR in Chapter 14</a:t>
            </a:r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r>
              <a:rPr lang="en-US" altLang="ko-KR" sz="1400" dirty="0"/>
              <a:t>Fixed Cost : Do not vary with</a:t>
            </a:r>
            <a:r>
              <a:rPr lang="ko-KR" altLang="en-US" sz="1400" dirty="0"/>
              <a:t> </a:t>
            </a:r>
            <a:r>
              <a:rPr lang="en-US" altLang="ko-KR" sz="1400" dirty="0"/>
              <a:t>Q, ex. rent, interest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Variable Cost : Wary with Q, ex. Labor cost, cost of materials 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TC</a:t>
            </a:r>
            <a:r>
              <a:rPr lang="ko-KR" altLang="en-US" sz="1400" dirty="0"/>
              <a:t> </a:t>
            </a:r>
            <a:r>
              <a:rPr lang="en-US" altLang="ko-KR" sz="1400" dirty="0"/>
              <a:t>= Fixed cost + Variable cost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Divide by Q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AFC + AVC = ATC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ATC, average total cost is usually U-shaped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At the beginning, as Q rises, falling AFC pulls ATC down.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Eventually, rising AVC pulls ATC up. 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Efficient scale: the Q where ATC is lowest.</a:t>
            </a:r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ATC and MC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See the graph </a:t>
            </a:r>
          </a:p>
          <a:p>
            <a:pPr lvl="1">
              <a:lnSpc>
                <a:spcPct val="150000"/>
              </a:lnSpc>
            </a:pPr>
            <a:r>
              <a:rPr lang="en-US" altLang="ko-KR" sz="1400" b="1" dirty="0"/>
              <a:t>MC curve crosses the ATC curve at the ATC curve’s minimum.</a:t>
            </a:r>
          </a:p>
          <a:p>
            <a:pPr>
              <a:lnSpc>
                <a:spcPct val="160000"/>
              </a:lnSpc>
            </a:pPr>
            <a:endParaRPr lang="en-US" altLang="ko-KR" sz="14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0538" y="940506"/>
            <a:ext cx="5915025" cy="1056569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/>
              <a:t>Cost in the Short Run and Long Run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Short run and long run in economics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Short run : Some inputs are fixed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The costs of these inputs are FC 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Long run : All inputs are variable 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Able to build new factories or sell existing ones. 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No Fixed costs in the long run, because all inputs are variable in the long run.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Only Total cost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Long run average total cost: LRATC with 3 factory sizes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Small, Medium, Large size factory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The firm can change to a different factory size in the long run, but not in the short run.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For 3 factory sizes, we have 3 short run average total cost SRATC curves.</a:t>
            </a:r>
          </a:p>
          <a:p>
            <a:pPr lvl="1"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Connect the lowest parts of individual SRATCs, we have LRATC. 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LRATC tells you the most efficient factory size that minimizes the average production cost. 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A typical LRATC looks like a salad bowl. 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Economies of Scale 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ATC falls as Q increase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Specialization among workers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More common when Q is low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Constant returns to scale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ATC stays same as Q increase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Diseconomies of Scale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ATC rises as Q increases. 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Coordination problems in large organizations.</a:t>
            </a:r>
          </a:p>
          <a:p>
            <a:pPr lvl="1">
              <a:lnSpc>
                <a:spcPct val="150000"/>
              </a:lnSpc>
            </a:pPr>
            <a:r>
              <a:rPr lang="en-US" altLang="ko-KR" sz="1300" dirty="0"/>
              <a:t>More common when Q is high.</a:t>
            </a:r>
          </a:p>
          <a:p>
            <a:pPr lvl="1"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lvl="1" indent="0">
              <a:lnSpc>
                <a:spcPct val="150000"/>
              </a:lnSpc>
              <a:buNone/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ko-KR" altLang="en-US" sz="14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22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531</Words>
  <Application>Microsoft Office PowerPoint</Application>
  <PresentationFormat>와이드스크린</PresentationFormat>
  <Paragraphs>76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Ch 13. The Cost of Production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library</cp:lastModifiedBy>
  <cp:revision>15</cp:revision>
  <dcterms:created xsi:type="dcterms:W3CDTF">2021-06-28T02:08:57Z</dcterms:created>
  <dcterms:modified xsi:type="dcterms:W3CDTF">2021-10-26T10:27:43Z</dcterms:modified>
</cp:coreProperties>
</file>