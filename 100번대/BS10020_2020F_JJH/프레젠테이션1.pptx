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C33B8-EF38-4621-9E82-64272469B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860D30-F0B6-40DE-A2C5-12F99B1D1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1513F-01B1-41F5-A842-85E2BFBB7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61F553-F6D8-4032-BD62-46976A64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7C8D3-1D0D-4F0E-8B9B-99C5BE33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00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E8273-F886-4FA0-B268-DA0E6257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F4398-FB09-4546-8EEB-FE84E8AE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23E3F-5853-43A5-8267-3CC48B02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845D20-8D47-49A5-A539-CFDD5A55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D5A21-4E46-40E1-AFCD-9B30647D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66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0275E-D2D5-495E-88B8-F92EB75E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2D6A94-510B-4F73-9BE8-B824CEF6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16925-EE39-41E9-987C-6E8AF526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3BB37-9AF8-44C4-BE3E-26F4F4A7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5BD67-16AC-4F83-BBFB-B16806CF7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25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8E5DC-B06E-4505-8665-F283273F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25CA3-83EE-464E-A1C7-2C8141D28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4D7C86-D013-425E-9AF7-3C2C2E1B3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BDE444-3DF1-4381-9FE9-4077726A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2CBE8A-6F79-4683-B478-C57AD5D83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3D33ED-FC05-4134-BECF-AE8231EA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619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E3E58-A456-4F93-8A43-AC77AAF6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D56B9F-997A-4A07-9750-5208CC1C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AB0661-C115-4BA3-BCAE-7FF7ADF26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9DD249-CBB4-4FF4-9192-601D3B475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12CFFF-F5AF-4238-B32C-F8EDC1052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0AD2C6-F9D0-4E28-A8A9-995C23CA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5550C8-4D52-4F5A-9E04-B1B352F5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C18B4C-F922-4EDE-A81C-FAAC2EA3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6908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DC716-0E39-4791-8295-4DFF8579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2BA4E5-25EC-475E-B099-115103EC7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6CB208-3369-47D0-A810-476B5D9B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083303-8D40-4B5F-AB38-ECA923FB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92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87E9E0-FD9F-4F43-BF3D-4E5F40AD6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A09C5B-0F1E-4E92-BE7B-E8DC7170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A549F-D0CF-4503-B055-47707976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081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E2F70-453F-4B84-A02B-985C5AD0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B06046-171F-4DCF-A9B2-5A0BDA13D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3FB089-C0BD-4588-A824-931D4CCD9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9932DA-C60B-4440-A5A5-3081B788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6CBD74-9DDE-4717-B0BD-FAFAD9C6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37C63F-6C5C-44E0-8DBE-1328C152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54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01BA1-A5D0-4ADA-9E08-47C65D7C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FC06D9-B27D-4BAC-9CDE-EB681802F3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661804-A55F-44D6-B4FE-F36CF6B4C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7DA2A0-D832-4186-92E9-0A16DAA1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2FB464-8B66-49FA-B881-6D455E75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D7B22D-5E63-4B26-9A27-80D33E20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560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DAAC8-CFBA-4547-BB40-D91BCDCD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6F286E-6FED-4F7A-8C8A-559C1A007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A2E87-62EB-4B33-9FA2-98EC186D5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906548-6E5C-4415-B9F9-B02611DA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2FF3C-DDBE-49BB-9239-22733EAD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412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263EF0-8C7F-43E7-A66F-03D600B29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A2EF04-1755-49D0-8508-3A7202C21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F9817-30FB-4A98-8CFF-55E2B3B1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43736-F1E4-49C5-9588-444E2D7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752D57-5F82-4B8B-898F-515C47E8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05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193B1A-C8C4-4297-8A56-FAC6418C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91E159-5987-4CD2-B5F3-62666D02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138C9-B682-412E-B9E7-6C6BAAEF7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E22B2-3E94-4567-A269-160F752FA38A}" type="datetimeFigureOut">
              <a:rPr lang="ko-KR" altLang="en-US" smtClean="0"/>
              <a:t>2020-11-16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7D4B2B-23CC-40A8-9F6A-418C061EF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39DF7-01E5-4813-8781-FA890CC62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A1BA1-3ADF-4EDB-A777-43B133777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937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0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6.png"/><Relationship Id="rId5" Type="http://schemas.openxmlformats.org/officeDocument/2006/relationships/image" Target="../media/image16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o.wikipedia.org/wiki/%EA%B8%89%EC%84%B1%EB%B0%A9%EC%82%AC%EC%84%A0%EC%A6%9D%ED%9B%84%EA%B5%B0" TargetMode="External"/><Relationship Id="rId5" Type="http://schemas.openxmlformats.org/officeDocument/2006/relationships/hyperlink" Target="https://ko.wikipedia.org/wiki/%EB%8F%84%EC%B9%B4%EC%9D%B4_%EC%B4%8C_%EB%B0%A9%EC%82%AC%EB%8A%A5_%EB%88%84%EC%B6%9C_%EC%82%AC%EA%B3%A0" TargetMode="External"/><Relationship Id="rId4" Type="http://schemas.openxmlformats.org/officeDocument/2006/relationships/hyperlink" Target="https://ko.wikipedia.org/wiki/%EC%97%BC%EC%83%89%EC%B2%B4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77D94A-A780-4B48-BA49-9051BEA502CF}"/>
              </a:ext>
            </a:extLst>
          </p:cNvPr>
          <p:cNvGrpSpPr/>
          <p:nvPr/>
        </p:nvGrpSpPr>
        <p:grpSpPr>
          <a:xfrm>
            <a:off x="2814092" y="2170427"/>
            <a:ext cx="1304925" cy="2998800"/>
            <a:chOff x="5019675" y="1956476"/>
            <a:chExt cx="1304925" cy="2998800"/>
          </a:xfrm>
        </p:grpSpPr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A2C5162B-BFDC-4AFF-9FBE-73F1F6272E8C}"/>
                </a:ext>
              </a:extLst>
            </p:cNvPr>
            <p:cNvSpPr/>
            <p:nvPr/>
          </p:nvSpPr>
          <p:spPr>
            <a:xfrm>
              <a:off x="5648325" y="1956476"/>
              <a:ext cx="676275" cy="2998800"/>
            </a:xfrm>
            <a:prstGeom prst="leftBrac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03D7AEE-424D-4122-9994-953CB81C2DA3}"/>
                </a:ext>
              </a:extLst>
            </p:cNvPr>
            <p:cNvSpPr/>
            <p:nvPr/>
          </p:nvSpPr>
          <p:spPr>
            <a:xfrm>
              <a:off x="5019675" y="2927553"/>
              <a:ext cx="676275" cy="11381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4F8DA66-CA91-4B77-89B2-46796E488C3D}"/>
              </a:ext>
            </a:extLst>
          </p:cNvPr>
          <p:cNvSpPr txBox="1"/>
          <p:nvPr/>
        </p:nvSpPr>
        <p:spPr>
          <a:xfrm>
            <a:off x="4129292" y="1816484"/>
            <a:ext cx="1866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Ionized</a:t>
            </a:r>
            <a:endParaRPr lang="ko-KR" altLang="en-US" sz="4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7523AC-0713-4B97-8515-41566CC96727}"/>
              </a:ext>
            </a:extLst>
          </p:cNvPr>
          <p:cNvSpPr txBox="1"/>
          <p:nvPr/>
        </p:nvSpPr>
        <p:spPr>
          <a:xfrm>
            <a:off x="4129291" y="4815284"/>
            <a:ext cx="2833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Nonionized</a:t>
            </a:r>
            <a:endParaRPr lang="ko-KR" altLang="en-US" sz="4000" dirty="0"/>
          </a:p>
        </p:txBody>
      </p:sp>
      <p:sp>
        <p:nvSpPr>
          <p:cNvPr id="25" name="화살표: 톱니 모양의 오른쪽 24">
            <a:extLst>
              <a:ext uri="{FF2B5EF4-FFF2-40B4-BE49-F238E27FC236}">
                <a16:creationId xmlns:a16="http://schemas.microsoft.com/office/drawing/2014/main" id="{55DDE9F2-6073-41BC-A3AE-B7A73180EEC8}"/>
              </a:ext>
            </a:extLst>
          </p:cNvPr>
          <p:cNvSpPr/>
          <p:nvPr/>
        </p:nvSpPr>
        <p:spPr>
          <a:xfrm>
            <a:off x="6095251" y="1816483"/>
            <a:ext cx="929235" cy="786209"/>
          </a:xfrm>
          <a:prstGeom prst="notch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F17215-04BF-460B-A10B-6054DFE2A46C}"/>
              </a:ext>
            </a:extLst>
          </p:cNvPr>
          <p:cNvSpPr txBox="1"/>
          <p:nvPr/>
        </p:nvSpPr>
        <p:spPr>
          <a:xfrm>
            <a:off x="7123546" y="1816483"/>
            <a:ext cx="2230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Kinetic E</a:t>
            </a:r>
            <a:endParaRPr lang="ko-KR" altLang="en-US" sz="400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F299323-CFD2-4E1B-8029-A46AF4FCE2DC}"/>
              </a:ext>
            </a:extLst>
          </p:cNvPr>
          <p:cNvSpPr/>
          <p:nvPr/>
        </p:nvSpPr>
        <p:spPr>
          <a:xfrm>
            <a:off x="9715445" y="2499656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순서도: 지연 29">
            <a:extLst>
              <a:ext uri="{FF2B5EF4-FFF2-40B4-BE49-F238E27FC236}">
                <a16:creationId xmlns:a16="http://schemas.microsoft.com/office/drawing/2014/main" id="{3682B71D-4236-45BF-8327-5BDF034699F0}"/>
              </a:ext>
            </a:extLst>
          </p:cNvPr>
          <p:cNvSpPr/>
          <p:nvPr/>
        </p:nvSpPr>
        <p:spPr>
          <a:xfrm rot="-5400000">
            <a:off x="9535445" y="3993170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6BB52AE-D1FA-47B9-B8E5-46527CE00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2" y="2049525"/>
            <a:ext cx="3255546" cy="32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1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25 L 0.5457 0.25255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1.85185E-6 L 0.34857 -0.29005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22" y="-1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2" grpId="2"/>
      <p:bldP spid="24" grpId="0"/>
      <p:bldP spid="24" grpId="1"/>
      <p:bldP spid="25" grpId="0" animBg="1"/>
      <p:bldP spid="25" grpId="1" animBg="1"/>
      <p:bldP spid="25" grpId="2" animBg="1"/>
      <p:bldP spid="25" grpId="3" animBg="1"/>
      <p:bldP spid="27" grpId="0"/>
      <p:bldP spid="27" grpId="1"/>
      <p:bldP spid="27" grpId="2"/>
      <p:bldP spid="29" grpId="0" animBg="1"/>
      <p:bldP spid="29" grpId="1" animBg="1"/>
      <p:bldP spid="30" grpId="0" animBg="1"/>
      <p:bldP spid="30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30C461A9-3C99-4598-A0B6-D7D034FAC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AB9DE1E0-BA24-443A-B65D-4562F1BA2B19}"/>
                  </a:ext>
                </a:extLst>
              </p:cNvPr>
              <p:cNvSpPr/>
              <p:nvPr/>
            </p:nvSpPr>
            <p:spPr>
              <a:xfrm>
                <a:off x="1285875" y="3132095"/>
                <a:ext cx="900000" cy="90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𝐻𝑒</m:t>
                          </m:r>
                        </m:e>
                        <m:sup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AB9DE1E0-BA24-443A-B65D-4562F1BA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5" y="3132095"/>
                <a:ext cx="900000" cy="90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6AF42221-260F-4AAE-BC11-08C70CAF7A4F}"/>
                  </a:ext>
                </a:extLst>
              </p:cNvPr>
              <p:cNvSpPr/>
              <p:nvPr/>
            </p:nvSpPr>
            <p:spPr>
              <a:xfrm>
                <a:off x="5646000" y="3132095"/>
                <a:ext cx="900000" cy="90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6AF42221-260F-4AAE-BC11-08C70CAF7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000" y="3132095"/>
                <a:ext cx="900000" cy="90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화살표: 오른쪽 17">
                <a:extLst>
                  <a:ext uri="{FF2B5EF4-FFF2-40B4-BE49-F238E27FC236}">
                    <a16:creationId xmlns:a16="http://schemas.microsoft.com/office/drawing/2014/main" id="{C0F3583E-9772-4FED-B31E-A869EE105244}"/>
                  </a:ext>
                </a:extLst>
              </p:cNvPr>
              <p:cNvSpPr/>
              <p:nvPr/>
            </p:nvSpPr>
            <p:spPr>
              <a:xfrm>
                <a:off x="9410700" y="3132095"/>
                <a:ext cx="1495425" cy="90000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5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18" name="화살표: 오른쪽 17">
                <a:extLst>
                  <a:ext uri="{FF2B5EF4-FFF2-40B4-BE49-F238E27FC236}">
                    <a16:creationId xmlns:a16="http://schemas.microsoft.com/office/drawing/2014/main" id="{C0F3583E-9772-4FED-B31E-A869EE105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700" y="3132095"/>
                <a:ext cx="1495425" cy="900000"/>
              </a:xfrm>
              <a:prstGeom prst="rightArrow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7FA0B4DD-6891-44BE-A92E-9F3D45A190F3}"/>
              </a:ext>
            </a:extLst>
          </p:cNvPr>
          <p:cNvGrpSpPr/>
          <p:nvPr/>
        </p:nvGrpSpPr>
        <p:grpSpPr>
          <a:xfrm>
            <a:off x="5162550" y="510858"/>
            <a:ext cx="1866900" cy="707886"/>
            <a:chOff x="5162550" y="510858"/>
            <a:chExt cx="1866900" cy="70788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8E5BC3-CC63-43EE-BD0E-7FFD2F52AA60}"/>
                </a:ext>
              </a:extLst>
            </p:cNvPr>
            <p:cNvSpPr txBox="1"/>
            <p:nvPr/>
          </p:nvSpPr>
          <p:spPr>
            <a:xfrm>
              <a:off x="5162550" y="510858"/>
              <a:ext cx="1866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>
                  <a:ln w="127000">
                    <a:solidFill>
                      <a:schemeClr val="bg1"/>
                    </a:solidFill>
                  </a:ln>
                </a:rPr>
                <a:t>Ionized</a:t>
              </a:r>
              <a:endParaRPr lang="ko-KR" altLang="en-US" sz="4000" dirty="0">
                <a:ln w="1270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2814CC-4132-410D-97A7-5E3765851D65}"/>
                </a:ext>
              </a:extLst>
            </p:cNvPr>
            <p:cNvSpPr txBox="1"/>
            <p:nvPr/>
          </p:nvSpPr>
          <p:spPr>
            <a:xfrm>
              <a:off x="5162550" y="510858"/>
              <a:ext cx="1866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>
                  <a:ln w="127000">
                    <a:noFill/>
                  </a:ln>
                </a:rPr>
                <a:t>Ionized</a:t>
              </a:r>
              <a:endParaRPr lang="ko-KR" altLang="en-US" sz="4000" dirty="0">
                <a:ln w="127000">
                  <a:noFill/>
                </a:ln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889714B-28A2-49F2-8F0E-484CE5479ECB}"/>
              </a:ext>
            </a:extLst>
          </p:cNvPr>
          <p:cNvGrpSpPr/>
          <p:nvPr/>
        </p:nvGrpSpPr>
        <p:grpSpPr>
          <a:xfrm>
            <a:off x="702412" y="5457825"/>
            <a:ext cx="2066925" cy="381000"/>
            <a:chOff x="702412" y="5457825"/>
            <a:chExt cx="2066925" cy="381000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CBD9E0C-83D3-487C-BFFD-980A334EE8C7}"/>
                </a:ext>
              </a:extLst>
            </p:cNvPr>
            <p:cNvCxnSpPr>
              <a:cxnSpLocks/>
            </p:cNvCxnSpPr>
            <p:nvPr/>
          </p:nvCxnSpPr>
          <p:spPr>
            <a:xfrm>
              <a:off x="702412" y="5457825"/>
              <a:ext cx="206692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CFC7A4-9B44-4173-BC6F-6E7BEE21A1A5}"/>
                </a:ext>
              </a:extLst>
            </p:cNvPr>
            <p:cNvSpPr txBox="1"/>
            <p:nvPr/>
          </p:nvSpPr>
          <p:spPr>
            <a:xfrm>
              <a:off x="1345349" y="5457825"/>
              <a:ext cx="78105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Paper</a:t>
              </a:r>
              <a:endParaRPr lang="ko-KR" altLang="en-US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E8763A5-9204-47AD-8E98-2366E8A39DC1}"/>
              </a:ext>
            </a:extLst>
          </p:cNvPr>
          <p:cNvGrpSpPr/>
          <p:nvPr/>
        </p:nvGrpSpPr>
        <p:grpSpPr>
          <a:xfrm>
            <a:off x="5062537" y="5457825"/>
            <a:ext cx="2066925" cy="369332"/>
            <a:chOff x="702412" y="5457825"/>
            <a:chExt cx="2066925" cy="369332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8D0F4F1-157D-4749-B11F-D9646613954E}"/>
                </a:ext>
              </a:extLst>
            </p:cNvPr>
            <p:cNvCxnSpPr>
              <a:cxnSpLocks/>
            </p:cNvCxnSpPr>
            <p:nvPr/>
          </p:nvCxnSpPr>
          <p:spPr>
            <a:xfrm>
              <a:off x="702412" y="5457825"/>
              <a:ext cx="206692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D39E0D5-5AAC-48A5-81B6-13E501843BD4}"/>
                </a:ext>
              </a:extLst>
            </p:cNvPr>
            <p:cNvSpPr txBox="1"/>
            <p:nvPr/>
          </p:nvSpPr>
          <p:spPr>
            <a:xfrm>
              <a:off x="1109604" y="5457825"/>
              <a:ext cx="1252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Aluminum</a:t>
              </a:r>
              <a:endParaRPr lang="ko-KR" altLang="en-US" dirty="0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2A2C02E-7A22-4043-A404-DE28A83A2AE0}"/>
              </a:ext>
            </a:extLst>
          </p:cNvPr>
          <p:cNvSpPr/>
          <p:nvPr/>
        </p:nvSpPr>
        <p:spPr>
          <a:xfrm>
            <a:off x="9125212" y="5028825"/>
            <a:ext cx="2066400" cy="857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Concrete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D9D93E-9503-4D46-9F4B-BD537C1637A2}"/>
                  </a:ext>
                </a:extLst>
              </p:cNvPr>
              <p:cNvSpPr txBox="1"/>
              <p:nvPr/>
            </p:nvSpPr>
            <p:spPr>
              <a:xfrm>
                <a:off x="1569186" y="2525422"/>
                <a:ext cx="33337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50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D9D93E-9503-4D46-9F4B-BD537C163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86" y="2525422"/>
                <a:ext cx="333375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D9DA15-FE37-466D-9A4D-5E006E5A5294}"/>
                  </a:ext>
                </a:extLst>
              </p:cNvPr>
              <p:cNvSpPr txBox="1"/>
              <p:nvPr/>
            </p:nvSpPr>
            <p:spPr>
              <a:xfrm>
                <a:off x="5899415" y="2581471"/>
                <a:ext cx="33337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5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D9DA15-FE37-466D-9A4D-5E006E5A5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415" y="2581471"/>
                <a:ext cx="333375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337FF8-4060-45AF-A9FF-CCF1C1167B40}"/>
                  </a:ext>
                </a:extLst>
              </p:cNvPr>
              <p:cNvSpPr txBox="1"/>
              <p:nvPr/>
            </p:nvSpPr>
            <p:spPr>
              <a:xfrm>
                <a:off x="9956064" y="2525422"/>
                <a:ext cx="33337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5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337FF8-4060-45AF-A9FF-CCF1C1167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064" y="2525422"/>
                <a:ext cx="333375" cy="477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47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22222E-6 L -0.00013 0.20695 " pathEditMode="relative" rAng="0" ptsTypes="AA">
                                      <p:cBhvr>
                                        <p:cTn id="38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0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20417 " pathEditMode="relative" rAng="0" ptsTypes="AA">
                                      <p:cBhvr>
                                        <p:cTn id="50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"/>
                            </p:stCondLst>
                            <p:childTnLst>
                              <p:par>
                                <p:cTn id="5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2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"/>
                            </p:stCondLst>
                            <p:childTnLst>
                              <p:par>
                                <p:cTn id="6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22222E-6 L 0.00039 0.13125 " pathEditMode="relative" rAng="0" ptsTypes="AA">
                                      <p:cBhvr>
                                        <p:cTn id="65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"/>
                            </p:stCondLst>
                            <p:childTnLst>
                              <p:par>
                                <p:cTn id="67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5" grpId="0" animBg="1"/>
      <p:bldP spid="15" grpId="1" animBg="1"/>
      <p:bldP spid="15" grpId="2" animBg="1"/>
      <p:bldP spid="18" grpId="0" animBg="1"/>
      <p:bldP spid="18" grpId="1" animBg="1"/>
      <p:bldP spid="18" grpId="2" animBg="1"/>
      <p:bldP spid="18" grpId="3" animBg="1"/>
      <p:bldP spid="35" grpId="0" animBg="1"/>
      <p:bldP spid="35" grpId="1" animBg="1"/>
      <p:bldP spid="36" grpId="0"/>
      <p:bldP spid="36" grpId="1"/>
      <p:bldP spid="38" grpId="0"/>
      <p:bldP spid="38" grpId="1"/>
      <p:bldP spid="40" grpId="0"/>
      <p:bldP spid="4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349BB9D-602E-4702-9D1D-0851600C3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B588F36F-AB70-4D9F-AD62-18FD18254267}"/>
              </a:ext>
            </a:extLst>
          </p:cNvPr>
          <p:cNvGrpSpPr/>
          <p:nvPr/>
        </p:nvGrpSpPr>
        <p:grpSpPr>
          <a:xfrm>
            <a:off x="5931693" y="636120"/>
            <a:ext cx="328613" cy="477054"/>
            <a:chOff x="5931693" y="636120"/>
            <a:chExt cx="328613" cy="4770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BA482B2-9F11-44B5-9F62-A319D5099D55}"/>
                    </a:ext>
                  </a:extLst>
                </p:cNvPr>
                <p:cNvSpPr txBox="1"/>
                <p:nvPr/>
              </p:nvSpPr>
              <p:spPr>
                <a:xfrm>
                  <a:off x="5931693" y="636120"/>
                  <a:ext cx="328613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250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ko-KR" altLang="en-US" sz="25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BA482B2-9F11-44B5-9F62-A319D5099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1693" y="636120"/>
                  <a:ext cx="328613" cy="4770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ADE72CF-25D5-479F-99CD-6AFE01398E08}"/>
                    </a:ext>
                  </a:extLst>
                </p:cNvPr>
                <p:cNvSpPr txBox="1"/>
                <p:nvPr/>
              </p:nvSpPr>
              <p:spPr>
                <a:xfrm>
                  <a:off x="5931693" y="636120"/>
                  <a:ext cx="328613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2500" i="1" smtClean="0">
                            <a:ln w="63500">
                              <a:noFill/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ko-KR" altLang="en-US" sz="2500" dirty="0">
                    <a:ln>
                      <a:noFill/>
                    </a:ln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ADE72CF-25D5-479F-99CD-6AFE01398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1693" y="636120"/>
                  <a:ext cx="328613" cy="4770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화살표: 톱니 모양의 오른쪽 15">
            <a:extLst>
              <a:ext uri="{FF2B5EF4-FFF2-40B4-BE49-F238E27FC236}">
                <a16:creationId xmlns:a16="http://schemas.microsoft.com/office/drawing/2014/main" id="{6E7862D3-21D0-4FD4-A926-6C26E096F18E}"/>
              </a:ext>
            </a:extLst>
          </p:cNvPr>
          <p:cNvSpPr/>
          <p:nvPr/>
        </p:nvSpPr>
        <p:spPr>
          <a:xfrm>
            <a:off x="550377" y="3308250"/>
            <a:ext cx="3240000" cy="1391575"/>
          </a:xfrm>
          <a:prstGeom prst="notchedRightArrow">
            <a:avLst>
              <a:gd name="adj1" fmla="val 50000"/>
              <a:gd name="adj2" fmla="val 4043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Electromagnetic Wave</a:t>
            </a:r>
            <a:endParaRPr lang="ko-KR" altLang="en-US" sz="20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8FB92DD-C4EE-4536-A4AE-CADE95B5787A}"/>
              </a:ext>
            </a:extLst>
          </p:cNvPr>
          <p:cNvSpPr/>
          <p:nvPr/>
        </p:nvSpPr>
        <p:spPr>
          <a:xfrm>
            <a:off x="9715445" y="2499656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지연 17">
            <a:extLst>
              <a:ext uri="{FF2B5EF4-FFF2-40B4-BE49-F238E27FC236}">
                <a16:creationId xmlns:a16="http://schemas.microsoft.com/office/drawing/2014/main" id="{DF1E4743-8F72-4854-AEAD-337A755568E6}"/>
              </a:ext>
            </a:extLst>
          </p:cNvPr>
          <p:cNvSpPr/>
          <p:nvPr/>
        </p:nvSpPr>
        <p:spPr>
          <a:xfrm rot="-5400000">
            <a:off x="9535445" y="3993170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EC255EA-4F77-4FA5-A0B3-E71A07CF15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00" y="2763949"/>
            <a:ext cx="3810000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57E7F6D-1AA0-494D-9C4C-E3C912F0F6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92" y="2658686"/>
            <a:ext cx="2783485" cy="26907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5034BF61-3E78-4117-A267-8D277A2B1F5F}"/>
              </a:ext>
            </a:extLst>
          </p:cNvPr>
          <p:cNvSpPr/>
          <p:nvPr/>
        </p:nvSpPr>
        <p:spPr>
          <a:xfrm>
            <a:off x="4787601" y="2990850"/>
            <a:ext cx="2628660" cy="2009479"/>
          </a:xfrm>
          <a:prstGeom prst="rightArrow">
            <a:avLst>
              <a:gd name="adj1" fmla="val 50000"/>
              <a:gd name="adj2" fmla="val 66595"/>
            </a:avLst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61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1.02045 -0.00463 " pathEditMode="relative" rAng="0" ptsTypes="AA">
                                      <p:cBhvr>
                                        <p:cTn id="2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16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96296E-6 L -0.34857 -0.00162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35" y="-9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5.55112E-17 L -0.34857 -0.00509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35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5" grpId="0" animBg="1"/>
      <p:bldP spid="2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순서도: 지연 20">
            <a:extLst>
              <a:ext uri="{FF2B5EF4-FFF2-40B4-BE49-F238E27FC236}">
                <a16:creationId xmlns:a16="http://schemas.microsoft.com/office/drawing/2014/main" id="{2462E93F-C034-4EBB-B97C-47EDA6141C9E}"/>
              </a:ext>
            </a:extLst>
          </p:cNvPr>
          <p:cNvSpPr/>
          <p:nvPr/>
        </p:nvSpPr>
        <p:spPr>
          <a:xfrm rot="-5400000">
            <a:off x="5343920" y="4146421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6454F1D-8C14-4386-BA71-BBF404369EB9}"/>
              </a:ext>
            </a:extLst>
          </p:cNvPr>
          <p:cNvSpPr/>
          <p:nvPr/>
        </p:nvSpPr>
        <p:spPr>
          <a:xfrm>
            <a:off x="5523920" y="2652907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FBF51C7-79A5-4954-B5F7-2D4977352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034AB00-78E9-4487-9245-ED6FEAB090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6469"/>
            <a:ext cx="3255546" cy="3249450"/>
          </a:xfrm>
          <a:prstGeom prst="rect">
            <a:avLst/>
          </a:prstGeom>
          <a:noFill/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38507177-5AAA-42CA-97C7-A2BE30616F7F}"/>
              </a:ext>
            </a:extLst>
          </p:cNvPr>
          <p:cNvGrpSpPr/>
          <p:nvPr/>
        </p:nvGrpSpPr>
        <p:grpSpPr>
          <a:xfrm>
            <a:off x="5523920" y="3606929"/>
            <a:ext cx="2336800" cy="1046480"/>
            <a:chOff x="1087120" y="3789680"/>
            <a:chExt cx="2336800" cy="104648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C8428E5-AFCA-4EF3-910F-0A170DD3D33D}"/>
                </a:ext>
              </a:extLst>
            </p:cNvPr>
            <p:cNvSpPr/>
            <p:nvPr/>
          </p:nvSpPr>
          <p:spPr>
            <a:xfrm>
              <a:off x="1087120" y="3789680"/>
              <a:ext cx="2336800" cy="10464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31B91054-961C-4846-BEA4-F01400782DB4}"/>
                </a:ext>
              </a:extLst>
            </p:cNvPr>
            <p:cNvSpPr/>
            <p:nvPr/>
          </p:nvSpPr>
          <p:spPr>
            <a:xfrm>
              <a:off x="1473200" y="4003040"/>
              <a:ext cx="1564640" cy="619760"/>
            </a:xfrm>
            <a:prstGeom prst="arc">
              <a:avLst>
                <a:gd name="adj1" fmla="val 10575213"/>
                <a:gd name="adj2" fmla="val 283444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C9C3E3C-960F-459C-9A8B-359E33D44DB5}"/>
              </a:ext>
            </a:extLst>
          </p:cNvPr>
          <p:cNvGrpSpPr/>
          <p:nvPr/>
        </p:nvGrpSpPr>
        <p:grpSpPr>
          <a:xfrm>
            <a:off x="6362120" y="3820289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00DCD2F-B7E4-4662-B01C-531E46AEE681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𝑁𝑎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00DCD2F-B7E4-4662-B01C-531E46AEE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EED35AB-60E7-4B87-9D0D-59B880E6D48C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𝑁𝑎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EED35AB-60E7-4B87-9D0D-59B880E6D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7F1E7A3-F675-4575-B2F5-1B74D434D5AF}"/>
              </a:ext>
            </a:extLst>
          </p:cNvPr>
          <p:cNvGrpSpPr/>
          <p:nvPr/>
        </p:nvGrpSpPr>
        <p:grpSpPr>
          <a:xfrm>
            <a:off x="738880" y="3606929"/>
            <a:ext cx="2336800" cy="1046480"/>
            <a:chOff x="1087120" y="3789680"/>
            <a:chExt cx="2336800" cy="104648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8CEB9EB-3B52-4682-900B-5CD7D259595E}"/>
                </a:ext>
              </a:extLst>
            </p:cNvPr>
            <p:cNvSpPr/>
            <p:nvPr/>
          </p:nvSpPr>
          <p:spPr>
            <a:xfrm>
              <a:off x="1087120" y="3789680"/>
              <a:ext cx="2336800" cy="10464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원호 36">
              <a:extLst>
                <a:ext uri="{FF2B5EF4-FFF2-40B4-BE49-F238E27FC236}">
                  <a16:creationId xmlns:a16="http://schemas.microsoft.com/office/drawing/2014/main" id="{A52474E8-272A-49DF-9CC9-64DAD814E3D1}"/>
                </a:ext>
              </a:extLst>
            </p:cNvPr>
            <p:cNvSpPr/>
            <p:nvPr/>
          </p:nvSpPr>
          <p:spPr>
            <a:xfrm>
              <a:off x="1473200" y="4003040"/>
              <a:ext cx="1564640" cy="619760"/>
            </a:xfrm>
            <a:prstGeom prst="arc">
              <a:avLst>
                <a:gd name="adj1" fmla="val 10575213"/>
                <a:gd name="adj2" fmla="val 283444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397E694-4FE1-4854-B201-09EB77A0539A}"/>
              </a:ext>
            </a:extLst>
          </p:cNvPr>
          <p:cNvGrpSpPr/>
          <p:nvPr/>
        </p:nvGrpSpPr>
        <p:grpSpPr>
          <a:xfrm>
            <a:off x="1483760" y="3919390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B99CEEA-EDCC-4C7C-AE42-8C45A6A779A1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3000" b="0" i="1" dirty="0" smtClean="0">
                                <a:ln w="63500">
                                  <a:solidFill>
                                    <a:schemeClr val="bg1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3000" b="0" i="1" dirty="0" smtClean="0">
                                <a:ln w="63500">
                                  <a:solidFill>
                                    <a:schemeClr val="bg1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e>
                          <m:sup>
                            <m:r>
                              <a:rPr lang="en-US" altLang="ko-KR" sz="3000" b="0" i="1" dirty="0" smtClean="0">
                                <a:ln w="63500">
                                  <a:solidFill>
                                    <a:schemeClr val="bg1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B99CEEA-EDCC-4C7C-AE42-8C45A6A779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6"/>
                  <a:stretch>
                    <a:fillRect r="-422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0C032F7-8370-4E20-B000-FF7259D4F11A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3000" b="0" i="1" dirty="0" smtClean="0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e>
                          <m:sup>
                            <m:r>
                              <a:rPr lang="en-US" altLang="ko-KR" sz="3000" b="0" i="1" dirty="0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0C032F7-8370-4E20-B000-FF7259D4F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7"/>
                  <a:stretch>
                    <a:fillRect r="-376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화살표: 왼쪽 40">
            <a:extLst>
              <a:ext uri="{FF2B5EF4-FFF2-40B4-BE49-F238E27FC236}">
                <a16:creationId xmlns:a16="http://schemas.microsoft.com/office/drawing/2014/main" id="{964E20BE-86E7-4E7D-ACD7-D58F56D21F89}"/>
              </a:ext>
            </a:extLst>
          </p:cNvPr>
          <p:cNvSpPr/>
          <p:nvPr/>
        </p:nvSpPr>
        <p:spPr>
          <a:xfrm>
            <a:off x="3676400" y="3685808"/>
            <a:ext cx="1361440" cy="822960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40135C8C-77D3-4DBA-97CF-CA241AACA8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49" y="3002852"/>
            <a:ext cx="1999661" cy="245690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390044F7-9C9B-4A7A-8BD9-B1375067217D}"/>
              </a:ext>
            </a:extLst>
          </p:cNvPr>
          <p:cNvGrpSpPr/>
          <p:nvPr/>
        </p:nvGrpSpPr>
        <p:grpSpPr>
          <a:xfrm>
            <a:off x="1506680" y="3954304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2169270-5700-44DF-9AAB-106019EF9619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𝑆𝑟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2169270-5700-44DF-9AAB-106019EF9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FD35DFC-F143-405A-8F8C-6EEE7DB5218A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𝑆𝑟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FD35DFC-F143-405A-8F8C-6EEE7DB52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656700DA-0B88-4262-8DC6-FE06D2D16B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839" y="2967945"/>
            <a:ext cx="1956986" cy="1889924"/>
          </a:xfrm>
          <a:prstGeom prst="rect">
            <a:avLst/>
          </a:prstGeom>
        </p:spPr>
      </p:pic>
      <p:grpSp>
        <p:nvGrpSpPr>
          <p:cNvPr id="64" name="그룹 63">
            <a:extLst>
              <a:ext uri="{FF2B5EF4-FFF2-40B4-BE49-F238E27FC236}">
                <a16:creationId xmlns:a16="http://schemas.microsoft.com/office/drawing/2014/main" id="{F7BF39E6-4D13-4400-9D24-A98E4F9DD552}"/>
              </a:ext>
            </a:extLst>
          </p:cNvPr>
          <p:cNvGrpSpPr/>
          <p:nvPr/>
        </p:nvGrpSpPr>
        <p:grpSpPr>
          <a:xfrm>
            <a:off x="3914482" y="4126267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80493B6-D1F2-46E2-9CE9-A312DF8D5015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𝐶𝑠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80493B6-D1F2-46E2-9CE9-A312DF8D5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A7A93E3-BC41-46A4-9353-A5D78FF559DD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𝐶𝑠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A7A93E3-BC41-46A4-9353-A5D78F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6" name="그림 75">
            <a:extLst>
              <a:ext uri="{FF2B5EF4-FFF2-40B4-BE49-F238E27FC236}">
                <a16:creationId xmlns:a16="http://schemas.microsoft.com/office/drawing/2014/main" id="{97AFFBB1-8B8C-48AF-B494-9CA46836B6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545" y="3429000"/>
            <a:ext cx="2194750" cy="1749704"/>
          </a:xfrm>
          <a:prstGeom prst="rect">
            <a:avLst/>
          </a:prstGeom>
        </p:spPr>
      </p:pic>
      <p:grpSp>
        <p:nvGrpSpPr>
          <p:cNvPr id="77" name="그룹 76">
            <a:extLst>
              <a:ext uri="{FF2B5EF4-FFF2-40B4-BE49-F238E27FC236}">
                <a16:creationId xmlns:a16="http://schemas.microsoft.com/office/drawing/2014/main" id="{661F3B7F-3CA8-4634-A629-36E4C516A5B2}"/>
              </a:ext>
            </a:extLst>
          </p:cNvPr>
          <p:cNvGrpSpPr/>
          <p:nvPr/>
        </p:nvGrpSpPr>
        <p:grpSpPr>
          <a:xfrm>
            <a:off x="6453720" y="3999235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749F3A2-F82C-4694-80CE-64FA7F1ED754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749F3A2-F82C-4694-80CE-64FA7F1ED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83FA35E-4F59-41A0-9210-70CE5D7537C2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83FA35E-4F59-41A0-9210-70CE5D753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272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0" grpId="0" animBg="1"/>
      <p:bldP spid="20" grpId="1" animBg="1"/>
      <p:bldP spid="41" grpId="0" animBg="1"/>
      <p:bldP spid="4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순서도: 지연 20">
            <a:extLst>
              <a:ext uri="{FF2B5EF4-FFF2-40B4-BE49-F238E27FC236}">
                <a16:creationId xmlns:a16="http://schemas.microsoft.com/office/drawing/2014/main" id="{2462E93F-C034-4EBB-B97C-47EDA6141C9E}"/>
              </a:ext>
            </a:extLst>
          </p:cNvPr>
          <p:cNvSpPr/>
          <p:nvPr/>
        </p:nvSpPr>
        <p:spPr>
          <a:xfrm rot="-5400000">
            <a:off x="8394175" y="4148029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6454F1D-8C14-4386-BA71-BBF404369EB9}"/>
              </a:ext>
            </a:extLst>
          </p:cNvPr>
          <p:cNvSpPr/>
          <p:nvPr/>
        </p:nvSpPr>
        <p:spPr>
          <a:xfrm>
            <a:off x="8571920" y="2652907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FBF51C7-79A5-4954-B5F7-2D4977352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97AFFBB1-8B8C-48AF-B494-9CA46836B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545" y="3429000"/>
            <a:ext cx="2194750" cy="1749704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656700DA-0B88-4262-8DC6-FE06D2D16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839" y="2967945"/>
            <a:ext cx="1956986" cy="188992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40135C8C-77D3-4DBA-97CF-CA241AACA8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49" y="3002852"/>
            <a:ext cx="1999661" cy="245690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F3FB8A0-E369-4B02-BC3B-87FFCD4BF2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554" y="3043851"/>
            <a:ext cx="1262365" cy="1260001"/>
          </a:xfrm>
          <a:prstGeom prst="rect">
            <a:avLst/>
          </a:prstGeom>
          <a:noFill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49FF265-80BD-4D4D-9633-B7AA42BB0E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294" y="3454353"/>
            <a:ext cx="1262365" cy="1260001"/>
          </a:xfrm>
          <a:prstGeom prst="rect">
            <a:avLst/>
          </a:prstGeom>
          <a:noFill/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705E53A-8332-4184-B12B-01E469CD7EE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754" y="2109918"/>
            <a:ext cx="1262365" cy="1260001"/>
          </a:xfrm>
          <a:prstGeom prst="rect">
            <a:avLst/>
          </a:prstGeom>
          <a:noFill/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5641AA0D-97BC-4634-87E9-871A7A74606C}"/>
              </a:ext>
            </a:extLst>
          </p:cNvPr>
          <p:cNvGrpSpPr/>
          <p:nvPr/>
        </p:nvGrpSpPr>
        <p:grpSpPr>
          <a:xfrm rot="20229854">
            <a:off x="5095343" y="4144782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005BE6-2FC9-42FF-B0AD-69B0A0DDD566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𝑆𝑟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005BE6-2FC9-42FF-B0AD-69B0A0DDD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891CCD4-B2E5-4131-8EB3-43BE13CEF0F3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𝑆𝑟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891CCD4-B2E5-4131-8EB3-43BE13CEF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BCA7D13-811B-401D-8D33-80E83C32927A}"/>
              </a:ext>
            </a:extLst>
          </p:cNvPr>
          <p:cNvGrpSpPr/>
          <p:nvPr/>
        </p:nvGrpSpPr>
        <p:grpSpPr>
          <a:xfrm rot="1907869">
            <a:off x="6618710" y="3324862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819D72E-FAFF-486C-8924-3FD33B988DFE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𝐶𝑠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819D72E-FAFF-486C-8924-3FD33B988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6B314D7-F5F0-4890-AFB1-E5497604D7BE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𝐶𝑠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6B314D7-F5F0-4890-AFB1-E5497604D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59B0475-213A-48B1-84D0-1D8616B6E146}"/>
              </a:ext>
            </a:extLst>
          </p:cNvPr>
          <p:cNvGrpSpPr/>
          <p:nvPr/>
        </p:nvGrpSpPr>
        <p:grpSpPr>
          <a:xfrm rot="19603250">
            <a:off x="6481861" y="4717933"/>
            <a:ext cx="660400" cy="554464"/>
            <a:chOff x="8717280" y="1157774"/>
            <a:chExt cx="660400" cy="554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8D41C1A-D8BF-4F2D-A34F-F17E666BB09A}"/>
                    </a:ext>
                  </a:extLst>
                </p:cNvPr>
                <p:cNvSpPr txBox="1"/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n w="63500">
                              <a:solidFill>
                                <a:schemeClr val="bg1"/>
                              </a:solidFill>
                            </a:ln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ko-KR" altLang="en-US" sz="3000" dirty="0">
                    <a:ln w="63500">
                      <a:solidFill>
                        <a:schemeClr val="bg1"/>
                      </a:solidFill>
                    </a:ln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8D41C1A-D8BF-4F2D-A34F-F17E666BB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7774"/>
                  <a:ext cx="660400" cy="5539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359EABF-9018-450A-964B-37E4FA0E6158}"/>
                    </a:ext>
                  </a:extLst>
                </p:cNvPr>
                <p:cNvSpPr txBox="1"/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3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ko-KR" altLang="en-US" sz="300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359EABF-9018-450A-964B-37E4FA0E61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280" y="1158240"/>
                  <a:ext cx="660400" cy="55399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FF191554-27BD-4156-9386-8D794CE379F0}"/>
                  </a:ext>
                </a:extLst>
              </p:cNvPr>
              <p:cNvSpPr/>
              <p:nvPr/>
            </p:nvSpPr>
            <p:spPr>
              <a:xfrm>
                <a:off x="2735111" y="4420654"/>
                <a:ext cx="900000" cy="90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𝐻𝑒</m:t>
                          </m:r>
                        </m:e>
                        <m:sup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FF191554-27BD-4156-9386-8D794CE37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111" y="4420654"/>
                <a:ext cx="900000" cy="900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CBA9A867-D26E-4420-B215-C7B970E4920C}"/>
                  </a:ext>
                </a:extLst>
              </p:cNvPr>
              <p:cNvSpPr/>
              <p:nvPr/>
            </p:nvSpPr>
            <p:spPr>
              <a:xfrm>
                <a:off x="6654025" y="1449880"/>
                <a:ext cx="900000" cy="90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CBA9A867-D26E-4420-B215-C7B970E492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025" y="1449880"/>
                <a:ext cx="900000" cy="90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화살표: 오른쪽 66">
                <a:extLst>
                  <a:ext uri="{FF2B5EF4-FFF2-40B4-BE49-F238E27FC236}">
                    <a16:creationId xmlns:a16="http://schemas.microsoft.com/office/drawing/2014/main" id="{A41F1B30-CA65-45B7-B54F-BB37E6CEA853}"/>
                  </a:ext>
                </a:extLst>
              </p:cNvPr>
              <p:cNvSpPr/>
              <p:nvPr/>
            </p:nvSpPr>
            <p:spPr>
              <a:xfrm rot="2444684">
                <a:off x="7623808" y="4968561"/>
                <a:ext cx="1495425" cy="90000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5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67" name="화살표: 오른쪽 66">
                <a:extLst>
                  <a:ext uri="{FF2B5EF4-FFF2-40B4-BE49-F238E27FC236}">
                    <a16:creationId xmlns:a16="http://schemas.microsoft.com/office/drawing/2014/main" id="{A41F1B30-CA65-45B7-B54F-BB37E6CEA8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44684">
                <a:off x="7623808" y="4968561"/>
                <a:ext cx="1495425" cy="900000"/>
              </a:xfrm>
              <a:prstGeom prst="rightArrow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04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6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25 -2.22222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3333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0.04974 -0.0426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-213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85185E-6 L 0.30898 -0.0002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43" y="-2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0.48281 0.04491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41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81481E-6 L -0.29037 0.40324 " pathEditMode="relative" rAng="0" ptsTypes="AA">
                                      <p:cBhvr>
                                        <p:cTn id="68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18" y="20162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85185E-6 L -0.00325 -0.66944 " pathEditMode="relative" rAng="0" ptsTypes="AA">
                                      <p:cBhvr>
                                        <p:cTn id="70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-33472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0.21146 0.32407 " pathEditMode="relative" rAng="0" ptsTypes="AA">
                                      <p:cBhvr>
                                        <p:cTn id="72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73" y="1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61" grpId="0" animBg="1"/>
      <p:bldP spid="61" grpId="1" animBg="1"/>
      <p:bldP spid="62" grpId="0" animBg="1"/>
      <p:bldP spid="62" grpId="1" animBg="1"/>
      <p:bldP spid="67" grpId="0" animBg="1"/>
      <p:bldP spid="6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>
            <a:extLst>
              <a:ext uri="{FF2B5EF4-FFF2-40B4-BE49-F238E27FC236}">
                <a16:creationId xmlns:a16="http://schemas.microsoft.com/office/drawing/2014/main" id="{FA143B3F-4D4F-46E5-96EF-23A76185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330" y="3752499"/>
            <a:ext cx="3572566" cy="2213040"/>
          </a:xfrm>
          <a:prstGeom prst="rect">
            <a:avLst/>
          </a:prstGeom>
        </p:spPr>
      </p:pic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5B61077E-5AFC-4B8D-A097-7B7CB1CBBD4F}"/>
              </a:ext>
            </a:extLst>
          </p:cNvPr>
          <p:cNvSpPr/>
          <p:nvPr/>
        </p:nvSpPr>
        <p:spPr>
          <a:xfrm rot="-5400000">
            <a:off x="5343920" y="4146421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F16E212-22AF-4126-81D8-D31422B2C39A}"/>
              </a:ext>
            </a:extLst>
          </p:cNvPr>
          <p:cNvSpPr/>
          <p:nvPr/>
        </p:nvSpPr>
        <p:spPr>
          <a:xfrm>
            <a:off x="5523920" y="2652907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D52018-7590-4420-B2C0-0D7E4F373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B3FAF427-A685-458B-BEDC-15C58124C94D}"/>
              </a:ext>
            </a:extLst>
          </p:cNvPr>
          <p:cNvGrpSpPr/>
          <p:nvPr/>
        </p:nvGrpSpPr>
        <p:grpSpPr>
          <a:xfrm>
            <a:off x="3968214" y="3043424"/>
            <a:ext cx="1555706" cy="1427480"/>
            <a:chOff x="8575040" y="2240280"/>
            <a:chExt cx="1555706" cy="1427480"/>
          </a:xfrm>
        </p:grpSpPr>
        <p:cxnSp>
          <p:nvCxnSpPr>
            <p:cNvPr id="25" name="연결선: 구부러짐 24">
              <a:extLst>
                <a:ext uri="{FF2B5EF4-FFF2-40B4-BE49-F238E27FC236}">
                  <a16:creationId xmlns:a16="http://schemas.microsoft.com/office/drawing/2014/main" id="{BB7FEEEE-C3CA-4168-9FEE-D278958D312A}"/>
                </a:ext>
              </a:extLst>
            </p:cNvPr>
            <p:cNvCxnSpPr/>
            <p:nvPr/>
          </p:nvCxnSpPr>
          <p:spPr>
            <a:xfrm>
              <a:off x="8575040" y="2479040"/>
              <a:ext cx="1351280" cy="1188720"/>
            </a:xfrm>
            <a:prstGeom prst="curvedConnector3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연결선: 구부러짐 25">
              <a:extLst>
                <a:ext uri="{FF2B5EF4-FFF2-40B4-BE49-F238E27FC236}">
                  <a16:creationId xmlns:a16="http://schemas.microsoft.com/office/drawing/2014/main" id="{685591C8-D5D3-425F-A8E1-459ACBA7ACF2}"/>
                </a:ext>
              </a:extLst>
            </p:cNvPr>
            <p:cNvCxnSpPr/>
            <p:nvPr/>
          </p:nvCxnSpPr>
          <p:spPr>
            <a:xfrm>
              <a:off x="8779466" y="2240280"/>
              <a:ext cx="1351280" cy="1188720"/>
            </a:xfrm>
            <a:prstGeom prst="curvedConnector3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CF3BAAC3-E252-4828-9118-305862C86DB4}"/>
                </a:ext>
              </a:extLst>
            </p:cNvPr>
            <p:cNvCxnSpPr/>
            <p:nvPr/>
          </p:nvCxnSpPr>
          <p:spPr>
            <a:xfrm flipH="1">
              <a:off x="8779466" y="2296160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3533BD07-80E6-465E-8222-1AB1F9589B72}"/>
                </a:ext>
              </a:extLst>
            </p:cNvPr>
            <p:cNvCxnSpPr/>
            <p:nvPr/>
          </p:nvCxnSpPr>
          <p:spPr>
            <a:xfrm flipH="1">
              <a:off x="8993439" y="2443480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0358EB8E-CE6E-486D-ADD3-3C3297C8A9F4}"/>
                </a:ext>
              </a:extLst>
            </p:cNvPr>
            <p:cNvCxnSpPr/>
            <p:nvPr/>
          </p:nvCxnSpPr>
          <p:spPr>
            <a:xfrm flipH="1">
              <a:off x="9138920" y="2595880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1E998F35-8473-4700-B811-236C250B7C38}"/>
                </a:ext>
              </a:extLst>
            </p:cNvPr>
            <p:cNvCxnSpPr/>
            <p:nvPr/>
          </p:nvCxnSpPr>
          <p:spPr>
            <a:xfrm flipH="1">
              <a:off x="9216959" y="2778760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B9454A51-3633-41B5-8739-56261F643322}"/>
                </a:ext>
              </a:extLst>
            </p:cNvPr>
            <p:cNvCxnSpPr/>
            <p:nvPr/>
          </p:nvCxnSpPr>
          <p:spPr>
            <a:xfrm flipH="1">
              <a:off x="9273746" y="2981960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621C78B1-4B25-42E4-9F75-5A188A04A7B9}"/>
                </a:ext>
              </a:extLst>
            </p:cNvPr>
            <p:cNvCxnSpPr/>
            <p:nvPr/>
          </p:nvCxnSpPr>
          <p:spPr>
            <a:xfrm flipH="1">
              <a:off x="9357772" y="3201627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98FBE430-CFE5-4A5D-B491-792DCDF5286D}"/>
                </a:ext>
              </a:extLst>
            </p:cNvPr>
            <p:cNvCxnSpPr/>
            <p:nvPr/>
          </p:nvCxnSpPr>
          <p:spPr>
            <a:xfrm flipH="1">
              <a:off x="9530286" y="3328627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5A64A5-53A3-43CB-BA74-ECCEFB7559D6}"/>
                </a:ext>
              </a:extLst>
            </p:cNvPr>
            <p:cNvCxnSpPr/>
            <p:nvPr/>
          </p:nvCxnSpPr>
          <p:spPr>
            <a:xfrm flipH="1">
              <a:off x="9753806" y="3429000"/>
              <a:ext cx="223520" cy="1828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3A886CC-C275-4C74-9D61-7A738F1F259C}"/>
              </a:ext>
            </a:extLst>
          </p:cNvPr>
          <p:cNvGrpSpPr/>
          <p:nvPr/>
        </p:nvGrpSpPr>
        <p:grpSpPr>
          <a:xfrm>
            <a:off x="5737813" y="3630787"/>
            <a:ext cx="817200" cy="813668"/>
            <a:chOff x="1767840" y="1880904"/>
            <a:chExt cx="817200" cy="813668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363DDDA-13E0-45BF-BDD4-019BF2F6AF5F}"/>
                </a:ext>
              </a:extLst>
            </p:cNvPr>
            <p:cNvSpPr/>
            <p:nvPr/>
          </p:nvSpPr>
          <p:spPr>
            <a:xfrm>
              <a:off x="1767840" y="2123440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00D229F1-5BEC-47F4-B6EF-F5509B6A6D87}"/>
                </a:ext>
              </a:extLst>
            </p:cNvPr>
            <p:cNvSpPr/>
            <p:nvPr/>
          </p:nvSpPr>
          <p:spPr>
            <a:xfrm>
              <a:off x="1920240" y="2275840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EB5A27BB-58A6-4662-9377-8D66D58E8384}"/>
                </a:ext>
              </a:extLst>
            </p:cNvPr>
            <p:cNvSpPr/>
            <p:nvPr/>
          </p:nvSpPr>
          <p:spPr>
            <a:xfrm>
              <a:off x="1920240" y="1880904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0782CDCA-5192-4C33-BAC1-0417F6BDEDEF}"/>
                </a:ext>
              </a:extLst>
            </p:cNvPr>
            <p:cNvSpPr/>
            <p:nvPr/>
          </p:nvSpPr>
          <p:spPr>
            <a:xfrm>
              <a:off x="2072640" y="2033304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0C350C42-8895-422C-9069-4BEE5FFB1E42}"/>
                </a:ext>
              </a:extLst>
            </p:cNvPr>
            <p:cNvSpPr/>
            <p:nvPr/>
          </p:nvSpPr>
          <p:spPr>
            <a:xfrm>
              <a:off x="2225040" y="2185704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B68A0BD5-BAAA-47F5-9D7D-D118A777491A}"/>
                </a:ext>
              </a:extLst>
            </p:cNvPr>
            <p:cNvSpPr/>
            <p:nvPr/>
          </p:nvSpPr>
          <p:spPr>
            <a:xfrm>
              <a:off x="2152045" y="2334572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8" name="현 67">
            <a:extLst>
              <a:ext uri="{FF2B5EF4-FFF2-40B4-BE49-F238E27FC236}">
                <a16:creationId xmlns:a16="http://schemas.microsoft.com/office/drawing/2014/main" id="{DCE203F4-8916-46C4-998D-59723A799B90}"/>
              </a:ext>
            </a:extLst>
          </p:cNvPr>
          <p:cNvSpPr/>
          <p:nvPr/>
        </p:nvSpPr>
        <p:spPr>
          <a:xfrm>
            <a:off x="6852000" y="3530127"/>
            <a:ext cx="1080000" cy="1080000"/>
          </a:xfrm>
          <a:prstGeom prst="chord">
            <a:avLst>
              <a:gd name="adj1" fmla="val 7879395"/>
              <a:gd name="adj2" fmla="val 177515"/>
            </a:avLst>
          </a:prstGeom>
          <a:solidFill>
            <a:schemeClr val="accent2"/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7084F2B-32C7-491C-809A-58349CD69BD8}"/>
              </a:ext>
            </a:extLst>
          </p:cNvPr>
          <p:cNvGrpSpPr/>
          <p:nvPr/>
        </p:nvGrpSpPr>
        <p:grpSpPr>
          <a:xfrm>
            <a:off x="4603626" y="4577855"/>
            <a:ext cx="741680" cy="400110"/>
            <a:chOff x="1016000" y="3434584"/>
            <a:chExt cx="741680" cy="40011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4859005-441C-443A-84E8-AE40CE8A86EF}"/>
                </a:ext>
              </a:extLst>
            </p:cNvPr>
            <p:cNvSpPr txBox="1"/>
            <p:nvPr/>
          </p:nvSpPr>
          <p:spPr>
            <a:xfrm>
              <a:off x="1016000" y="3434584"/>
              <a:ext cx="741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63500">
                    <a:solidFill>
                      <a:schemeClr val="bg1"/>
                    </a:solidFill>
                  </a:ln>
                </a:rPr>
                <a:t>DNA</a:t>
              </a:r>
              <a:endParaRPr lang="ko-KR" altLang="en-US" sz="2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3D109F-C025-4EE8-B8AF-51BB161F1B04}"/>
                </a:ext>
              </a:extLst>
            </p:cNvPr>
            <p:cNvSpPr txBox="1"/>
            <p:nvPr/>
          </p:nvSpPr>
          <p:spPr>
            <a:xfrm>
              <a:off x="1016000" y="3434584"/>
              <a:ext cx="741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DNA</a:t>
              </a:r>
              <a:endParaRPr lang="ko-KR" altLang="en-US" sz="2000" dirty="0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D2302FCD-0324-453F-BB6B-216B4C0A22E6}"/>
              </a:ext>
            </a:extLst>
          </p:cNvPr>
          <p:cNvGrpSpPr/>
          <p:nvPr/>
        </p:nvGrpSpPr>
        <p:grpSpPr>
          <a:xfrm>
            <a:off x="5370500" y="4615211"/>
            <a:ext cx="1538941" cy="400110"/>
            <a:chOff x="1015999" y="3434584"/>
            <a:chExt cx="1538941" cy="400110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0D06CF1-8BB6-4A07-A063-29373605CC7A}"/>
                </a:ext>
              </a:extLst>
            </p:cNvPr>
            <p:cNvSpPr txBox="1"/>
            <p:nvPr/>
          </p:nvSpPr>
          <p:spPr>
            <a:xfrm>
              <a:off x="1016000" y="3434584"/>
              <a:ext cx="1538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err="1">
                  <a:ln w="63500">
                    <a:solidFill>
                      <a:schemeClr val="bg1"/>
                    </a:solidFill>
                  </a:ln>
                </a:rPr>
                <a:t>Ribosoems</a:t>
              </a:r>
              <a:endParaRPr lang="ko-KR" altLang="en-US" sz="2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51FC497-95D3-4782-B7FC-297EA6D8C851}"/>
                </a:ext>
              </a:extLst>
            </p:cNvPr>
            <p:cNvSpPr txBox="1"/>
            <p:nvPr/>
          </p:nvSpPr>
          <p:spPr>
            <a:xfrm>
              <a:off x="1015999" y="3434584"/>
              <a:ext cx="15389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Ribosomes</a:t>
              </a:r>
              <a:endParaRPr lang="ko-KR" altLang="en-US" sz="2000" dirty="0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84EBF65-2C5E-41AA-97D8-35F978A50181}"/>
              </a:ext>
            </a:extLst>
          </p:cNvPr>
          <p:cNvGrpSpPr/>
          <p:nvPr/>
        </p:nvGrpSpPr>
        <p:grpSpPr>
          <a:xfrm>
            <a:off x="6891499" y="4621013"/>
            <a:ext cx="1538941" cy="400110"/>
            <a:chOff x="1015999" y="3434584"/>
            <a:chExt cx="1538941" cy="40011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D276F60-CC66-4267-A415-982AA2D2BFCC}"/>
                </a:ext>
              </a:extLst>
            </p:cNvPr>
            <p:cNvSpPr txBox="1"/>
            <p:nvPr/>
          </p:nvSpPr>
          <p:spPr>
            <a:xfrm>
              <a:off x="1016000" y="3434584"/>
              <a:ext cx="1538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63500">
                    <a:solidFill>
                      <a:schemeClr val="bg1"/>
                    </a:solidFill>
                  </a:ln>
                </a:rPr>
                <a:t>Enzymes</a:t>
              </a:r>
              <a:endParaRPr lang="ko-KR" altLang="en-US" sz="2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4115F05-55B7-4FB7-819F-F2BD5CDA2380}"/>
                </a:ext>
              </a:extLst>
            </p:cNvPr>
            <p:cNvSpPr txBox="1"/>
            <p:nvPr/>
          </p:nvSpPr>
          <p:spPr>
            <a:xfrm>
              <a:off x="1015999" y="3434584"/>
              <a:ext cx="15389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Enzymes</a:t>
              </a:r>
              <a:endParaRPr lang="ko-KR" altLang="en-US" sz="2000" dirty="0"/>
            </a:p>
          </p:txBody>
        </p:sp>
      </p:grpSp>
      <p:sp>
        <p:nvSpPr>
          <p:cNvPr id="83" name="화살표: 톱니 모양의 오른쪽 82">
            <a:extLst>
              <a:ext uri="{FF2B5EF4-FFF2-40B4-BE49-F238E27FC236}">
                <a16:creationId xmlns:a16="http://schemas.microsoft.com/office/drawing/2014/main" id="{75DF1380-D70D-45C9-BF82-66293E2114B3}"/>
              </a:ext>
            </a:extLst>
          </p:cNvPr>
          <p:cNvSpPr/>
          <p:nvPr/>
        </p:nvSpPr>
        <p:spPr>
          <a:xfrm>
            <a:off x="550377" y="3308250"/>
            <a:ext cx="3240000" cy="1391575"/>
          </a:xfrm>
          <a:prstGeom prst="notchedRightArrow">
            <a:avLst>
              <a:gd name="adj1" fmla="val 50000"/>
              <a:gd name="adj2" fmla="val 4043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Kinetic Energy</a:t>
            </a:r>
            <a:endParaRPr lang="ko-KR" altLang="en-US" sz="3000" dirty="0"/>
          </a:p>
        </p:txBody>
      </p:sp>
      <p:sp>
        <p:nvSpPr>
          <p:cNvPr id="84" name="화살표: 갈매기형 수장 83">
            <a:extLst>
              <a:ext uri="{FF2B5EF4-FFF2-40B4-BE49-F238E27FC236}">
                <a16:creationId xmlns:a16="http://schemas.microsoft.com/office/drawing/2014/main" id="{32097AC8-E54C-4A52-A92B-B102945EB3FC}"/>
              </a:ext>
            </a:extLst>
          </p:cNvPr>
          <p:cNvSpPr/>
          <p:nvPr/>
        </p:nvSpPr>
        <p:spPr>
          <a:xfrm>
            <a:off x="8111701" y="3429000"/>
            <a:ext cx="1080000" cy="1903633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화살표: 갈매기형 수장 85">
            <a:extLst>
              <a:ext uri="{FF2B5EF4-FFF2-40B4-BE49-F238E27FC236}">
                <a16:creationId xmlns:a16="http://schemas.microsoft.com/office/drawing/2014/main" id="{61FF2D54-4511-4CF3-BAA2-1AF4FAE81605}"/>
              </a:ext>
            </a:extLst>
          </p:cNvPr>
          <p:cNvSpPr/>
          <p:nvPr/>
        </p:nvSpPr>
        <p:spPr>
          <a:xfrm rot="10800000">
            <a:off x="3126613" y="3429000"/>
            <a:ext cx="1080000" cy="1903633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57EC4D-A020-44A4-BC83-F0811E09D219}"/>
              </a:ext>
            </a:extLst>
          </p:cNvPr>
          <p:cNvSpPr txBox="1"/>
          <p:nvPr/>
        </p:nvSpPr>
        <p:spPr>
          <a:xfrm>
            <a:off x="9423506" y="3724312"/>
            <a:ext cx="16723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dirty="0"/>
              <a:t>Cure</a:t>
            </a:r>
          </a:p>
          <a:p>
            <a:pPr algn="ctr"/>
            <a:r>
              <a:rPr lang="en-US" altLang="ko-KR" sz="3000" dirty="0"/>
              <a:t>Cancer</a:t>
            </a:r>
            <a:endParaRPr lang="ko-KR" altLang="en-US" sz="3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4A537B7-B3CA-418F-AA14-9096A9BB72DE}"/>
              </a:ext>
            </a:extLst>
          </p:cNvPr>
          <p:cNvSpPr txBox="1"/>
          <p:nvPr/>
        </p:nvSpPr>
        <p:spPr>
          <a:xfrm>
            <a:off x="1000166" y="4143187"/>
            <a:ext cx="1672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dirty="0"/>
              <a:t>Cancer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403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1.02045 -0.00463 " pathEditMode="relative" rAng="0" ptsTypes="AA">
                                      <p:cBhvr>
                                        <p:cTn id="44" dur="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16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"/>
                            </p:stCondLst>
                            <p:childTnLst>
                              <p:par>
                                <p:cTn id="4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00"/>
                            </p:stCondLst>
                            <p:childTnLst>
                              <p:par>
                                <p:cTn id="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700"/>
                            </p:stCondLst>
                            <p:childTnLst>
                              <p:par>
                                <p:cTn id="6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8" grpId="0" animBg="1"/>
      <p:bldP spid="68" grpId="1" animBg="1"/>
      <p:bldP spid="83" grpId="0" animBg="1"/>
      <p:bldP spid="83" grpId="1" animBg="1"/>
      <p:bldP spid="84" grpId="0" animBg="1"/>
      <p:bldP spid="84" grpId="1" animBg="1"/>
      <p:bldP spid="86" grpId="0" animBg="1"/>
      <p:bldP spid="86" grpId="1" animBg="1"/>
      <p:bldP spid="87" grpId="0"/>
      <p:bldP spid="87" grpId="1"/>
      <p:bldP spid="89" grpId="0"/>
      <p:bldP spid="8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CF2C6F9-E0A9-4504-B58E-B4B88F8B7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sp>
        <p:nvSpPr>
          <p:cNvPr id="10" name="순서도: 지연 9">
            <a:extLst>
              <a:ext uri="{FF2B5EF4-FFF2-40B4-BE49-F238E27FC236}">
                <a16:creationId xmlns:a16="http://schemas.microsoft.com/office/drawing/2014/main" id="{5805E11D-E172-409A-A730-0405301F3168}"/>
              </a:ext>
            </a:extLst>
          </p:cNvPr>
          <p:cNvSpPr/>
          <p:nvPr/>
        </p:nvSpPr>
        <p:spPr>
          <a:xfrm rot="-5400000">
            <a:off x="8842626" y="4158452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64C9D84-F351-445A-80A9-7BA6A1FFBD39}"/>
              </a:ext>
            </a:extLst>
          </p:cNvPr>
          <p:cNvSpPr/>
          <p:nvPr/>
        </p:nvSpPr>
        <p:spPr>
          <a:xfrm>
            <a:off x="9022626" y="2664938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부분 원형 12">
            <a:extLst>
              <a:ext uri="{FF2B5EF4-FFF2-40B4-BE49-F238E27FC236}">
                <a16:creationId xmlns:a16="http://schemas.microsoft.com/office/drawing/2014/main" id="{13DB7F32-C0B5-4F3C-8FA1-0D6BA58807BD}"/>
              </a:ext>
            </a:extLst>
          </p:cNvPr>
          <p:cNvSpPr/>
          <p:nvPr/>
        </p:nvSpPr>
        <p:spPr>
          <a:xfrm rot="2700000">
            <a:off x="4963649" y="3118870"/>
            <a:ext cx="2253830" cy="2341585"/>
          </a:xfrm>
          <a:prstGeom prst="pi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E7FA68-63DB-49FC-98ED-C2784267C858}"/>
              </a:ext>
            </a:extLst>
          </p:cNvPr>
          <p:cNvSpPr txBox="1"/>
          <p:nvPr/>
        </p:nvSpPr>
        <p:spPr>
          <a:xfrm>
            <a:off x="4752293" y="5449925"/>
            <a:ext cx="26765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White Blood Cell</a:t>
            </a:r>
            <a:endParaRPr lang="ko-KR" altLang="en-US" sz="25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AB94606-AB8F-4133-9821-69604245CB79}"/>
              </a:ext>
            </a:extLst>
          </p:cNvPr>
          <p:cNvGrpSpPr/>
          <p:nvPr/>
        </p:nvGrpSpPr>
        <p:grpSpPr>
          <a:xfrm>
            <a:off x="9118169" y="3134630"/>
            <a:ext cx="1033010" cy="2310063"/>
            <a:chOff x="5619463" y="3122599"/>
            <a:chExt cx="1033010" cy="2310063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EA36AF9-D70F-418A-BB36-2D3109FE0925}"/>
                </a:ext>
              </a:extLst>
            </p:cNvPr>
            <p:cNvCxnSpPr/>
            <p:nvPr/>
          </p:nvCxnSpPr>
          <p:spPr>
            <a:xfrm>
              <a:off x="6153920" y="3122599"/>
              <a:ext cx="0" cy="2310063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연결선: 구부러짐 17">
              <a:extLst>
                <a:ext uri="{FF2B5EF4-FFF2-40B4-BE49-F238E27FC236}">
                  <a16:creationId xmlns:a16="http://schemas.microsoft.com/office/drawing/2014/main" id="{8F198E00-9E89-471B-9AE4-AB42293A73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20280" y="4710011"/>
              <a:ext cx="711185" cy="312820"/>
            </a:xfrm>
            <a:prstGeom prst="curvedConnector3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8448BA98-E4D0-4BA7-A387-64EDE23C356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39473" y="4709014"/>
              <a:ext cx="712800" cy="313200"/>
            </a:xfrm>
            <a:prstGeom prst="curvedConnector3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FA88B9C-CAD0-4C7B-BB17-E2D78F10C8EB}"/>
              </a:ext>
            </a:extLst>
          </p:cNvPr>
          <p:cNvSpPr txBox="1"/>
          <p:nvPr/>
        </p:nvSpPr>
        <p:spPr>
          <a:xfrm>
            <a:off x="8314355" y="5831966"/>
            <a:ext cx="26765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/>
              <a:t>Lymph</a:t>
            </a:r>
            <a:endParaRPr lang="ko-KR" altLang="en-US" sz="2500" dirty="0"/>
          </a:p>
        </p:txBody>
      </p:sp>
      <p:sp>
        <p:nvSpPr>
          <p:cNvPr id="25" name="화살표: 톱니 모양의 오른쪽 24">
            <a:extLst>
              <a:ext uri="{FF2B5EF4-FFF2-40B4-BE49-F238E27FC236}">
                <a16:creationId xmlns:a16="http://schemas.microsoft.com/office/drawing/2014/main" id="{D5A0EC40-4018-4FDF-AC7D-1BB74B7D904F}"/>
              </a:ext>
            </a:extLst>
          </p:cNvPr>
          <p:cNvSpPr/>
          <p:nvPr/>
        </p:nvSpPr>
        <p:spPr>
          <a:xfrm>
            <a:off x="550377" y="3308250"/>
            <a:ext cx="3240000" cy="1391575"/>
          </a:xfrm>
          <a:prstGeom prst="notchedRightArrow">
            <a:avLst>
              <a:gd name="adj1" fmla="val 50000"/>
              <a:gd name="adj2" fmla="val 4043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Kinetic Energy</a:t>
            </a:r>
            <a:endParaRPr lang="ko-KR" altLang="en-US" sz="3000" dirty="0"/>
          </a:p>
        </p:txBody>
      </p:sp>
      <p:sp>
        <p:nvSpPr>
          <p:cNvPr id="28" name="같음 기호 27">
            <a:extLst>
              <a:ext uri="{FF2B5EF4-FFF2-40B4-BE49-F238E27FC236}">
                <a16:creationId xmlns:a16="http://schemas.microsoft.com/office/drawing/2014/main" id="{E596D389-C87A-4009-BDEB-7A932D3638EB}"/>
              </a:ext>
            </a:extLst>
          </p:cNvPr>
          <p:cNvSpPr/>
          <p:nvPr/>
        </p:nvSpPr>
        <p:spPr>
          <a:xfrm>
            <a:off x="4914249" y="3523099"/>
            <a:ext cx="2189741" cy="107809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D33123-E95B-4A69-9F2E-68914D226124}"/>
              </a:ext>
            </a:extLst>
          </p:cNvPr>
          <p:cNvSpPr txBox="1"/>
          <p:nvPr/>
        </p:nvSpPr>
        <p:spPr>
          <a:xfrm>
            <a:off x="1938174" y="3708203"/>
            <a:ext cx="1338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AIDS</a:t>
            </a:r>
            <a:endParaRPr lang="ko-KR" altLang="en-US" sz="40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C266C27-B41F-4BBF-B394-0B7265C4A688}"/>
              </a:ext>
            </a:extLst>
          </p:cNvPr>
          <p:cNvGrpSpPr/>
          <p:nvPr/>
        </p:nvGrpSpPr>
        <p:grpSpPr>
          <a:xfrm>
            <a:off x="5892432" y="525292"/>
            <a:ext cx="396262" cy="554557"/>
            <a:chOff x="5892432" y="525292"/>
            <a:chExt cx="396262" cy="55455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9CC8743-A9D8-4805-80EC-344EBC0F01CA}"/>
                </a:ext>
              </a:extLst>
            </p:cNvPr>
            <p:cNvSpPr txBox="1"/>
            <p:nvPr/>
          </p:nvSpPr>
          <p:spPr>
            <a:xfrm>
              <a:off x="5892432" y="525851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>
                  <a:ln w="63500">
                    <a:solidFill>
                      <a:schemeClr val="bg1"/>
                    </a:solidFill>
                  </a:ln>
                </a:rPr>
                <a:t>1</a:t>
              </a:r>
              <a:endParaRPr lang="ko-KR" altLang="en-US" sz="3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D2E7A5C-51B6-47CD-A2C4-1D040F079998}"/>
                </a:ext>
              </a:extLst>
            </p:cNvPr>
            <p:cNvSpPr txBox="1"/>
            <p:nvPr/>
          </p:nvSpPr>
          <p:spPr>
            <a:xfrm>
              <a:off x="5892432" y="525292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/>
                <a:t>1</a:t>
              </a:r>
              <a:endParaRPr lang="ko-KR" altLang="en-US" sz="3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976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1.02045 -0.00463 " pathEditMode="relative" rAng="0" ptsTypes="AA">
                                      <p:cBhvr>
                                        <p:cTn id="37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16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"/>
                            </p:stCondLst>
                            <p:childTnLst>
                              <p:par>
                                <p:cTn id="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3" grpId="1" animBg="1"/>
      <p:bldP spid="14" grpId="0"/>
      <p:bldP spid="14" grpId="1"/>
      <p:bldP spid="24" grpId="0"/>
      <p:bldP spid="24" grpId="1"/>
      <p:bldP spid="25" grpId="0" animBg="1"/>
      <p:bldP spid="25" grpId="1" animBg="1"/>
      <p:bldP spid="28" grpId="0" animBg="1"/>
      <p:bldP spid="28" grpId="1" animBg="1"/>
      <p:bldP spid="30" grpId="0"/>
      <p:bldP spid="3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CF2C6F9-E0A9-4504-B58E-B4B88F8B7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sp>
        <p:nvSpPr>
          <p:cNvPr id="10" name="순서도: 지연 9">
            <a:extLst>
              <a:ext uri="{FF2B5EF4-FFF2-40B4-BE49-F238E27FC236}">
                <a16:creationId xmlns:a16="http://schemas.microsoft.com/office/drawing/2014/main" id="{5805E11D-E172-409A-A730-0405301F3168}"/>
              </a:ext>
            </a:extLst>
          </p:cNvPr>
          <p:cNvSpPr/>
          <p:nvPr/>
        </p:nvSpPr>
        <p:spPr>
          <a:xfrm rot="-5400000">
            <a:off x="8842626" y="4158452"/>
            <a:ext cx="1620000" cy="1440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64C9D84-F351-445A-80A9-7BA6A1FFBD39}"/>
              </a:ext>
            </a:extLst>
          </p:cNvPr>
          <p:cNvSpPr/>
          <p:nvPr/>
        </p:nvSpPr>
        <p:spPr>
          <a:xfrm>
            <a:off x="9022626" y="2664938"/>
            <a:ext cx="1260000" cy="12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C266C27-B41F-4BBF-B394-0B7265C4A688}"/>
              </a:ext>
            </a:extLst>
          </p:cNvPr>
          <p:cNvGrpSpPr/>
          <p:nvPr/>
        </p:nvGrpSpPr>
        <p:grpSpPr>
          <a:xfrm>
            <a:off x="5892432" y="525292"/>
            <a:ext cx="396262" cy="554557"/>
            <a:chOff x="5892432" y="525292"/>
            <a:chExt cx="396262" cy="55455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9CC8743-A9D8-4805-80EC-344EBC0F01CA}"/>
                </a:ext>
              </a:extLst>
            </p:cNvPr>
            <p:cNvSpPr txBox="1"/>
            <p:nvPr/>
          </p:nvSpPr>
          <p:spPr>
            <a:xfrm>
              <a:off x="5892432" y="525851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>
                  <a:ln w="63500">
                    <a:solidFill>
                      <a:schemeClr val="bg1"/>
                    </a:solidFill>
                  </a:ln>
                </a:rPr>
                <a:t>2</a:t>
              </a:r>
              <a:endParaRPr lang="ko-KR" altLang="en-US" sz="3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D2E7A5C-51B6-47CD-A2C4-1D040F079998}"/>
                </a:ext>
              </a:extLst>
            </p:cNvPr>
            <p:cNvSpPr txBox="1"/>
            <p:nvPr/>
          </p:nvSpPr>
          <p:spPr>
            <a:xfrm>
              <a:off x="5892432" y="525292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/>
                <a:t>2</a:t>
              </a:r>
              <a:endParaRPr lang="ko-KR" altLang="en-US" sz="3000" dirty="0"/>
            </a:p>
          </p:txBody>
        </p:sp>
      </p:grpSp>
      <p:sp>
        <p:nvSpPr>
          <p:cNvPr id="2" name="순서도: 지연 1">
            <a:extLst>
              <a:ext uri="{FF2B5EF4-FFF2-40B4-BE49-F238E27FC236}">
                <a16:creationId xmlns:a16="http://schemas.microsoft.com/office/drawing/2014/main" id="{6E8C5B83-7AA3-44D1-941B-A02E48C401D5}"/>
              </a:ext>
            </a:extLst>
          </p:cNvPr>
          <p:cNvSpPr/>
          <p:nvPr/>
        </p:nvSpPr>
        <p:spPr>
          <a:xfrm rot="-5400000">
            <a:off x="8842626" y="4158452"/>
            <a:ext cx="1620000" cy="1440000"/>
          </a:xfrm>
          <a:prstGeom prst="flowChartDela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006184C-65C8-4D0C-8C0D-79B38CBB99B7}"/>
              </a:ext>
            </a:extLst>
          </p:cNvPr>
          <p:cNvSpPr/>
          <p:nvPr/>
        </p:nvSpPr>
        <p:spPr>
          <a:xfrm>
            <a:off x="9022626" y="2664938"/>
            <a:ext cx="1260000" cy="12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E0E04D-9DF4-4727-B1C5-92C2B0823F2F}"/>
              </a:ext>
            </a:extLst>
          </p:cNvPr>
          <p:cNvSpPr/>
          <p:nvPr/>
        </p:nvSpPr>
        <p:spPr>
          <a:xfrm>
            <a:off x="1744579" y="4572000"/>
            <a:ext cx="4147853" cy="99862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Dermis</a:t>
            </a:r>
            <a:endParaRPr lang="ko-KR" altLang="en-US" sz="4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671B6-6C99-4D7E-994B-FA7813CF4A2B}"/>
              </a:ext>
            </a:extLst>
          </p:cNvPr>
          <p:cNvSpPr/>
          <p:nvPr/>
        </p:nvSpPr>
        <p:spPr>
          <a:xfrm>
            <a:off x="1744578" y="4082262"/>
            <a:ext cx="4147853" cy="3943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dirty="0">
                <a:solidFill>
                  <a:schemeClr val="tx1"/>
                </a:solidFill>
              </a:rPr>
              <a:t>New</a:t>
            </a:r>
            <a:endParaRPr lang="ko-KR" altLang="en-US" sz="25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DAAB31-556A-49B6-A061-696A0A687513}"/>
              </a:ext>
            </a:extLst>
          </p:cNvPr>
          <p:cNvSpPr/>
          <p:nvPr/>
        </p:nvSpPr>
        <p:spPr>
          <a:xfrm>
            <a:off x="1744577" y="3592524"/>
            <a:ext cx="4147853" cy="3943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dirty="0">
                <a:solidFill>
                  <a:schemeClr val="tx1"/>
                </a:solidFill>
              </a:rPr>
              <a:t>Old</a:t>
            </a:r>
            <a:endParaRPr lang="ko-KR" altLang="en-US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29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07407E-6 L -0.0013 -0.07152 " pathEditMode="relative" rAng="0" ptsTypes="AA">
                                      <p:cBhvr>
                                        <p:cTn id="34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"/>
                            </p:stCondLst>
                            <p:childTnLst>
                              <p:par>
                                <p:cTn id="3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7" grpId="3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순서도: 지연 9">
            <a:extLst>
              <a:ext uri="{FF2B5EF4-FFF2-40B4-BE49-F238E27FC236}">
                <a16:creationId xmlns:a16="http://schemas.microsoft.com/office/drawing/2014/main" id="{0B5C4434-F035-4C30-85ED-26A885BC77FB}"/>
              </a:ext>
            </a:extLst>
          </p:cNvPr>
          <p:cNvSpPr/>
          <p:nvPr/>
        </p:nvSpPr>
        <p:spPr>
          <a:xfrm rot="-5400000">
            <a:off x="8842626" y="4158452"/>
            <a:ext cx="1620000" cy="1440000"/>
          </a:xfrm>
          <a:prstGeom prst="flowChartDela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86107BC-E5D1-49E6-A848-83AB6EB043C8}"/>
              </a:ext>
            </a:extLst>
          </p:cNvPr>
          <p:cNvSpPr/>
          <p:nvPr/>
        </p:nvSpPr>
        <p:spPr>
          <a:xfrm>
            <a:off x="9022626" y="2664938"/>
            <a:ext cx="1260000" cy="12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B0355C-1DE6-484A-ACE2-1E2A1046F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52C07AED-D468-451D-B173-CEEAC0789CE9}"/>
              </a:ext>
            </a:extLst>
          </p:cNvPr>
          <p:cNvGrpSpPr/>
          <p:nvPr/>
        </p:nvGrpSpPr>
        <p:grpSpPr>
          <a:xfrm>
            <a:off x="5895482" y="525292"/>
            <a:ext cx="396262" cy="554557"/>
            <a:chOff x="5892432" y="525292"/>
            <a:chExt cx="396262" cy="55455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6EC5D5-4319-4112-8CEF-3B805AFD2F5B}"/>
                </a:ext>
              </a:extLst>
            </p:cNvPr>
            <p:cNvSpPr txBox="1"/>
            <p:nvPr/>
          </p:nvSpPr>
          <p:spPr>
            <a:xfrm>
              <a:off x="5892432" y="525851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>
                  <a:ln w="63500">
                    <a:solidFill>
                      <a:schemeClr val="bg1"/>
                    </a:solidFill>
                  </a:ln>
                </a:rPr>
                <a:t>3</a:t>
              </a:r>
              <a:endParaRPr lang="ko-KR" altLang="en-US" sz="3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81689D-B769-4C6F-BDD6-329EE6E646A2}"/>
                </a:ext>
              </a:extLst>
            </p:cNvPr>
            <p:cNvSpPr txBox="1"/>
            <p:nvPr/>
          </p:nvSpPr>
          <p:spPr>
            <a:xfrm>
              <a:off x="5892432" y="525292"/>
              <a:ext cx="3962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/>
                <a:t>3</a:t>
              </a:r>
              <a:endParaRPr lang="ko-KR" altLang="en-US" sz="3000"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26A6118-CE6F-4EAB-AA46-4164FB4BE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400" y="4485226"/>
            <a:ext cx="786452" cy="78645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2C22C6A-FCFB-4050-9C31-55FDC52A4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613" y="3029011"/>
            <a:ext cx="2704000" cy="2704000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7C57FF5-3572-48F7-90DA-1F85718D7CDB}"/>
              </a:ext>
            </a:extLst>
          </p:cNvPr>
          <p:cNvSpPr/>
          <p:nvPr/>
        </p:nvSpPr>
        <p:spPr>
          <a:xfrm>
            <a:off x="6291744" y="4878452"/>
            <a:ext cx="619010" cy="39322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402E8E-6C09-4F9F-AA26-AFF03E3EF5DF}"/>
              </a:ext>
            </a:extLst>
          </p:cNvPr>
          <p:cNvGrpSpPr/>
          <p:nvPr/>
        </p:nvGrpSpPr>
        <p:grpSpPr>
          <a:xfrm>
            <a:off x="4374716" y="4068452"/>
            <a:ext cx="3437793" cy="477054"/>
            <a:chOff x="4572848" y="4142483"/>
            <a:chExt cx="3437793" cy="4770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606476-D742-4AD3-9666-3F8E77056EAD}"/>
                </a:ext>
              </a:extLst>
            </p:cNvPr>
            <p:cNvSpPr txBox="1"/>
            <p:nvPr/>
          </p:nvSpPr>
          <p:spPr>
            <a:xfrm rot="20188898">
              <a:off x="4572848" y="4142483"/>
              <a:ext cx="343779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500" dirty="0">
                  <a:ln w="63500">
                    <a:solidFill>
                      <a:schemeClr val="bg1"/>
                    </a:solidFill>
                  </a:ln>
                </a:rPr>
                <a:t>Multiple Organ Failure</a:t>
              </a:r>
              <a:endParaRPr lang="ko-KR" altLang="en-US" sz="25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1E026F-20A3-4BA2-AE28-F1754070E0FC}"/>
                </a:ext>
              </a:extLst>
            </p:cNvPr>
            <p:cNvSpPr txBox="1"/>
            <p:nvPr/>
          </p:nvSpPr>
          <p:spPr>
            <a:xfrm rot="20188898">
              <a:off x="4572849" y="4142483"/>
              <a:ext cx="343779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500" dirty="0"/>
                <a:t>Multiple Organ Failure</a:t>
              </a:r>
              <a:endParaRPr lang="ko-KR" altLang="en-US" sz="25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CE7F090-ADED-4196-9DEF-5167F4236F64}"/>
              </a:ext>
            </a:extLst>
          </p:cNvPr>
          <p:cNvGrpSpPr/>
          <p:nvPr/>
        </p:nvGrpSpPr>
        <p:grpSpPr>
          <a:xfrm>
            <a:off x="4546657" y="5193036"/>
            <a:ext cx="3093909" cy="374291"/>
            <a:chOff x="4546657" y="5193036"/>
            <a:chExt cx="3093909" cy="37429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E32B98-07B1-4A5E-8EDB-BED853347B0E}"/>
                </a:ext>
              </a:extLst>
            </p:cNvPr>
            <p:cNvSpPr txBox="1"/>
            <p:nvPr/>
          </p:nvSpPr>
          <p:spPr>
            <a:xfrm>
              <a:off x="4546657" y="5197995"/>
              <a:ext cx="3093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n w="63500">
                    <a:solidFill>
                      <a:schemeClr val="bg1"/>
                    </a:solidFill>
                  </a:ln>
                </a:rPr>
                <a:t>On stomach and </a:t>
              </a:r>
              <a:r>
                <a:rPr lang="en-US" altLang="ko-KR" b="0" i="0" dirty="0">
                  <a:ln w="63500">
                    <a:solidFill>
                      <a:schemeClr val="bg1"/>
                    </a:solidFill>
                  </a:ln>
                  <a:solidFill>
                    <a:srgbClr val="202124"/>
                  </a:solidFill>
                  <a:effectLst/>
                  <a:latin typeface="Apple SD Gothic Neo"/>
                </a:rPr>
                <a:t>Duodenum</a:t>
              </a:r>
              <a:endParaRPr lang="ko-KR" altLang="en-US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511301-B72F-4900-A71D-F50889638BF5}"/>
                </a:ext>
              </a:extLst>
            </p:cNvPr>
            <p:cNvSpPr txBox="1"/>
            <p:nvPr/>
          </p:nvSpPr>
          <p:spPr>
            <a:xfrm>
              <a:off x="4546657" y="5193036"/>
              <a:ext cx="3093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On stomach and </a:t>
              </a:r>
              <a:r>
                <a:rPr lang="en-US" altLang="ko-KR" b="0" i="0" dirty="0">
                  <a:solidFill>
                    <a:srgbClr val="202124"/>
                  </a:solidFill>
                  <a:effectLst/>
                  <a:latin typeface="Apple SD Gothic Neo"/>
                </a:rPr>
                <a:t>Duodenum</a:t>
              </a:r>
              <a:endParaRPr lang="ko-KR" altLang="en-US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6426C28-990A-4E9D-9AC9-CA72BE5FBC7C}"/>
              </a:ext>
            </a:extLst>
          </p:cNvPr>
          <p:cNvSpPr txBox="1"/>
          <p:nvPr/>
        </p:nvSpPr>
        <p:spPr>
          <a:xfrm>
            <a:off x="443964" y="4008172"/>
            <a:ext cx="2345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No Food</a:t>
            </a:r>
          </a:p>
          <a:p>
            <a:r>
              <a:rPr lang="en-US" altLang="ko-KR" sz="2800" dirty="0"/>
              <a:t>No digestion</a:t>
            </a:r>
            <a:endParaRPr lang="ko-KR" altLang="en-US" sz="2800" dirty="0"/>
          </a:p>
        </p:txBody>
      </p:sp>
      <p:sp>
        <p:nvSpPr>
          <p:cNvPr id="29" name="같음 기호 28">
            <a:extLst>
              <a:ext uri="{FF2B5EF4-FFF2-40B4-BE49-F238E27FC236}">
                <a16:creationId xmlns:a16="http://schemas.microsoft.com/office/drawing/2014/main" id="{751581A9-C00C-4376-A541-D8F1EC6EFDB1}"/>
              </a:ext>
            </a:extLst>
          </p:cNvPr>
          <p:cNvSpPr/>
          <p:nvPr/>
        </p:nvSpPr>
        <p:spPr>
          <a:xfrm>
            <a:off x="3015053" y="4147097"/>
            <a:ext cx="1181751" cy="676256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49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5" grpId="0" animBg="1"/>
      <p:bldP spid="5" grpId="1" animBg="1"/>
      <p:bldP spid="28" grpId="0"/>
      <p:bldP spid="28" grpId="1"/>
      <p:bldP spid="29" grpId="0" animBg="1"/>
      <p:bldP spid="2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F36837-5403-4B74-83C4-B34648B5C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DA050BC-FD98-4A10-AA5B-70EFFE158EE8}"/>
              </a:ext>
            </a:extLst>
          </p:cNvPr>
          <p:cNvGrpSpPr/>
          <p:nvPr/>
        </p:nvGrpSpPr>
        <p:grpSpPr>
          <a:xfrm>
            <a:off x="5675068" y="472130"/>
            <a:ext cx="837089" cy="554557"/>
            <a:chOff x="5892432" y="525292"/>
            <a:chExt cx="837089" cy="55455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93BF66-D80B-42CA-AB4C-6B47DED83CA4}"/>
                </a:ext>
              </a:extLst>
            </p:cNvPr>
            <p:cNvSpPr txBox="1"/>
            <p:nvPr/>
          </p:nvSpPr>
          <p:spPr>
            <a:xfrm>
              <a:off x="5892432" y="525851"/>
              <a:ext cx="83708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>
                  <a:ln w="63500">
                    <a:solidFill>
                      <a:schemeClr val="bg1"/>
                    </a:solidFill>
                  </a:ln>
                </a:rPr>
                <a:t>End</a:t>
              </a:r>
              <a:endParaRPr lang="ko-KR" altLang="en-US" sz="3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EA4B7F-E471-4DB4-A962-C94D5D4CDBF4}"/>
                </a:ext>
              </a:extLst>
            </p:cNvPr>
            <p:cNvSpPr txBox="1"/>
            <p:nvPr/>
          </p:nvSpPr>
          <p:spPr>
            <a:xfrm>
              <a:off x="5892432" y="525292"/>
              <a:ext cx="83708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/>
                <a:t>End</a:t>
              </a:r>
              <a:endParaRPr lang="ko-KR" altLang="en-US" sz="3000" dirty="0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36EAE2D5-7B71-406B-8109-857429E62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642" y="2864272"/>
            <a:ext cx="2704000" cy="2704000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6317689F-E281-42B2-8F6A-CD52353D7C58}"/>
              </a:ext>
            </a:extLst>
          </p:cNvPr>
          <p:cNvSpPr/>
          <p:nvPr/>
        </p:nvSpPr>
        <p:spPr>
          <a:xfrm>
            <a:off x="10023773" y="4713713"/>
            <a:ext cx="619010" cy="39322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A10B507-2B83-4965-A734-2081E690E0B0}"/>
              </a:ext>
            </a:extLst>
          </p:cNvPr>
          <p:cNvGrpSpPr/>
          <p:nvPr/>
        </p:nvGrpSpPr>
        <p:grpSpPr>
          <a:xfrm>
            <a:off x="8106745" y="3903713"/>
            <a:ext cx="3437793" cy="477054"/>
            <a:chOff x="4572848" y="4142483"/>
            <a:chExt cx="3437793" cy="4770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50A31E-A7CE-4C75-8CC1-416B15CD5300}"/>
                </a:ext>
              </a:extLst>
            </p:cNvPr>
            <p:cNvSpPr txBox="1"/>
            <p:nvPr/>
          </p:nvSpPr>
          <p:spPr>
            <a:xfrm rot="20188898">
              <a:off x="4572848" y="4142483"/>
              <a:ext cx="343779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500" dirty="0">
                  <a:ln w="63500">
                    <a:solidFill>
                      <a:schemeClr val="bg1"/>
                    </a:solidFill>
                  </a:ln>
                </a:rPr>
                <a:t>Multiple Organ Failure</a:t>
              </a:r>
              <a:endParaRPr lang="ko-KR" altLang="en-US" sz="25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7D736D-0030-46CF-AB2E-608A9E344CDF}"/>
                </a:ext>
              </a:extLst>
            </p:cNvPr>
            <p:cNvSpPr txBox="1"/>
            <p:nvPr/>
          </p:nvSpPr>
          <p:spPr>
            <a:xfrm rot="20188898">
              <a:off x="4572849" y="4142483"/>
              <a:ext cx="343779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500" dirty="0"/>
                <a:t>Multiple Organ Failure</a:t>
              </a:r>
              <a:endParaRPr lang="ko-KR" altLang="en-US" sz="25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504C42E-D11C-4FA0-BB8B-460973CE98B3}"/>
              </a:ext>
            </a:extLst>
          </p:cNvPr>
          <p:cNvSpPr txBox="1"/>
          <p:nvPr/>
        </p:nvSpPr>
        <p:spPr>
          <a:xfrm>
            <a:off x="4849602" y="3880921"/>
            <a:ext cx="2488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Death By</a:t>
            </a:r>
            <a:endParaRPr lang="ko-KR" altLang="en-US" sz="4000" dirty="0"/>
          </a:p>
        </p:txBody>
      </p:sp>
      <p:sp>
        <p:nvSpPr>
          <p:cNvPr id="15" name="하트 14">
            <a:extLst>
              <a:ext uri="{FF2B5EF4-FFF2-40B4-BE49-F238E27FC236}">
                <a16:creationId xmlns:a16="http://schemas.microsoft.com/office/drawing/2014/main" id="{4952A4E8-CCD9-4E52-909E-1916E627B118}"/>
              </a:ext>
            </a:extLst>
          </p:cNvPr>
          <p:cNvSpPr/>
          <p:nvPr/>
        </p:nvSpPr>
        <p:spPr>
          <a:xfrm>
            <a:off x="1225565" y="3310839"/>
            <a:ext cx="2488019" cy="2257433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816F490-50FD-4251-97ED-04F6961345BB}"/>
              </a:ext>
            </a:extLst>
          </p:cNvPr>
          <p:cNvGrpSpPr/>
          <p:nvPr/>
        </p:nvGrpSpPr>
        <p:grpSpPr>
          <a:xfrm>
            <a:off x="1506900" y="4123939"/>
            <a:ext cx="3342701" cy="464868"/>
            <a:chOff x="4546656" y="5194792"/>
            <a:chExt cx="3093910" cy="46486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780CF2-B212-4FBF-932A-B867904845FA}"/>
                </a:ext>
              </a:extLst>
            </p:cNvPr>
            <p:cNvSpPr txBox="1"/>
            <p:nvPr/>
          </p:nvSpPr>
          <p:spPr>
            <a:xfrm>
              <a:off x="4546657" y="5197995"/>
              <a:ext cx="30939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n w="63500">
                    <a:solidFill>
                      <a:schemeClr val="bg1"/>
                    </a:solidFill>
                  </a:ln>
                </a:rPr>
                <a:t>Heart Attack</a:t>
              </a:r>
              <a:endParaRPr lang="ko-KR" altLang="en-US" sz="24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6DE873-2CAE-4560-B848-F8868DDA6476}"/>
                </a:ext>
              </a:extLst>
            </p:cNvPr>
            <p:cNvSpPr txBox="1"/>
            <p:nvPr/>
          </p:nvSpPr>
          <p:spPr>
            <a:xfrm>
              <a:off x="4546656" y="5194792"/>
              <a:ext cx="1903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Heart Attack</a:t>
              </a:r>
              <a:endParaRPr lang="ko-KR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795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24DC2C-8254-4A86-8352-DFB43E7B1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4" b="90619" l="5618" r="89888">
                        <a14:foregroundMark x1="50562" y1="28143" x2="50562" y2="28143"/>
                        <a14:foregroundMark x1="47004" y1="47467" x2="47004" y2="47467"/>
                        <a14:foregroundMark x1="70225" y1="62289" x2="70225" y2="62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40" y="61389"/>
            <a:ext cx="3255546" cy="32494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1409EA2-C78F-482F-992E-344E389C50D9}"/>
              </a:ext>
            </a:extLst>
          </p:cNvPr>
          <p:cNvGrpSpPr/>
          <p:nvPr/>
        </p:nvGrpSpPr>
        <p:grpSpPr>
          <a:xfrm>
            <a:off x="5151432" y="631619"/>
            <a:ext cx="1884362" cy="554557"/>
            <a:chOff x="5892432" y="525292"/>
            <a:chExt cx="1884362" cy="55455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6299BC-35FC-4099-B404-EBAD4BC92E4D}"/>
                </a:ext>
              </a:extLst>
            </p:cNvPr>
            <p:cNvSpPr txBox="1"/>
            <p:nvPr/>
          </p:nvSpPr>
          <p:spPr>
            <a:xfrm>
              <a:off x="5892432" y="525851"/>
              <a:ext cx="18843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>
                  <a:ln w="63500">
                    <a:solidFill>
                      <a:schemeClr val="bg1"/>
                    </a:solidFill>
                  </a:ln>
                </a:rPr>
                <a:t>Reference</a:t>
              </a:r>
              <a:endParaRPr lang="ko-KR" altLang="en-US" sz="3000" dirty="0">
                <a:ln w="63500"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2E2FBE-EE4F-441F-A56B-15873C3F910C}"/>
                </a:ext>
              </a:extLst>
            </p:cNvPr>
            <p:cNvSpPr txBox="1"/>
            <p:nvPr/>
          </p:nvSpPr>
          <p:spPr>
            <a:xfrm>
              <a:off x="5892432" y="525292"/>
              <a:ext cx="188436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/>
                <a:t>Reference</a:t>
              </a:r>
              <a:endParaRPr lang="ko-KR" altLang="en-US" sz="3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49E5868-43E4-44AC-AA23-389290F6EC65}"/>
              </a:ext>
            </a:extLst>
          </p:cNvPr>
          <p:cNvSpPr txBox="1"/>
          <p:nvPr/>
        </p:nvSpPr>
        <p:spPr>
          <a:xfrm>
            <a:off x="1083020" y="3280904"/>
            <a:ext cx="100211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4"/>
              </a:rPr>
              <a:t>https://ko.wikipedia.org/wiki/%EC%97%BC%EC%83%89%EC%B2%B4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>
                <a:hlinkClick r:id="rId5"/>
              </a:rPr>
              <a:t>https://ko.wikipedia.org/wiki/%EB%8F%84%EC%B9%B4%EC%9D%B4_%EC%B4%8C_%EB%B0%A9%EC%82%AC%EB%8A%A5_%EB%88%84%EC%B6%9C_%EC%82%AC%EA%B3%A0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>
                <a:hlinkClick r:id="rId6"/>
              </a:rPr>
              <a:t>https://ko.wikipedia.org/wiki/%EA%B8%89%EC%84%B1%EB%B0%A9%EC%82%AC%EC%84%A0%EC%A6%9D%ED%9B%84%EA%B5%B0</a:t>
            </a:r>
            <a:br>
              <a:rPr lang="en-US" altLang="ko-KR" dirty="0"/>
            </a:b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961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235FD5-E654-475E-BE3B-1510749D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170" y="3122986"/>
            <a:ext cx="1483659" cy="612028"/>
          </a:xfrm>
        </p:spPr>
        <p:txBody>
          <a:bodyPr>
            <a:noAutofit/>
          </a:bodyPr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229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254</Words>
  <Application>Microsoft Office PowerPoint</Application>
  <PresentationFormat>와이드스크린</PresentationFormat>
  <Paragraphs>77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Apple SD Gothic Neo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 재형</dc:creator>
  <cp:lastModifiedBy>장 재형</cp:lastModifiedBy>
  <cp:revision>57</cp:revision>
  <dcterms:created xsi:type="dcterms:W3CDTF">2020-11-13T09:20:24Z</dcterms:created>
  <dcterms:modified xsi:type="dcterms:W3CDTF">2020-11-16T05:49:58Z</dcterms:modified>
</cp:coreProperties>
</file>