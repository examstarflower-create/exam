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73" r:id="rId4"/>
    <p:sldId id="274" r:id="rId5"/>
    <p:sldId id="260" r:id="rId6"/>
    <p:sldId id="265" r:id="rId7"/>
    <p:sldId id="275" r:id="rId8"/>
    <p:sldId id="266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7FAC8-4A64-484E-A597-88DB6366E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E1C17F-4F1B-4070-91D4-1A54DC5D0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1940CB-00E7-47E2-8C56-DE707E66D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81718A-8E9A-4D8F-B6B0-87905D89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921F01-B18B-476E-82DC-C0E982212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51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AA3F2-FC24-4B7B-B6B8-B5D4A2518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A92F67-0C70-4889-83E0-37D142E63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7C961D-1926-4E7C-B4AB-5D21F11E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59A080-0253-403D-A2FF-3FC5B587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105CCE-3DF9-40C9-BA79-AAE1FE442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52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86583-BA2E-42F8-BBE2-767509CC9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518ACF-8C21-41AF-9F8A-78A031513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06DA2E-CE54-44B2-BD3A-41057DFA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F5E6ED-F060-4571-B489-587FF9614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31D766-047C-4FD2-9C0B-E7D50BD4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133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6244B-D036-456D-ACD1-3C6C7951C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9D7B69-562B-4597-BB61-37A35C132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F55389-F475-4807-BD67-D1445A356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24EAA-9B89-4CC8-8E9F-2A5FD1E7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2ECE20-089B-4EFF-A9A2-D1991492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7C3A00-3F7F-4048-8D6B-13771F11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711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019C1-4F48-4E59-9842-A0D0BDCD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01416D-9445-4EBC-85E3-887E1D438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C99407-ED9A-42A0-9E4E-C04C64345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03242F-B4E5-40FD-B532-1714B0D68B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6F6A61-E4AA-49C1-8545-4C53402A5E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604073-91C2-4E83-8326-8E22883A3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7C53BB-ECB9-406E-80EA-77A7BF97F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F8F724-D1AA-441F-A3A2-693715668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479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91217-9436-4B7B-AE32-CB246F218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63E3F1-1EDA-435B-A0D4-1D1C02DEC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4BF562-3DA6-4E3B-8E80-D5B6E1D7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50358F-0D26-4498-A3B4-2FD4452E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490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1632A-D915-48F6-B81B-4C4F3A23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1CAC6E-2B16-4089-989E-7A82D4736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E4B59F-CCFB-408F-BB97-1F70E4399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69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281161-7829-4000-BD53-C41CD423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53C03D-1ED1-47E1-9B0D-B417248AA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70932B-3800-45D5-8757-62B20D407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5489A3-B5BE-49A6-ADD1-318A72B70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81B444-35B3-4F18-AA82-69D14A5E8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B5405C-F429-42B6-A95C-78568EEBA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092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BC8C9-02B1-4CBF-93A7-5C6CC0096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0981377-2E30-4792-A07F-963072518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15D06A-77AC-4DCB-969D-2564D9615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2F6278-B666-43B4-AE49-89DFEC8D0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19A556-45F0-4D7F-9499-73DC0ED99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996DAF-D66A-408E-9F63-D08DFF699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214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6FDC9-CAA0-4715-A876-91096346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8FDC4E-A6ED-4823-A533-0658FF655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974A0-0A16-4BE4-AB90-DC4F7B603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3AE851-042F-4280-AEC1-156ACA243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9438C1-9B99-4E18-933A-7C75E772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11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7C42AB2-836F-4BD5-9173-BA1109A76F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E95B5A-604C-433D-9062-44EC1813F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DC15A-2180-4F1A-8B26-7AE9C49F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1C3D30-7262-4157-A88E-2BCEE5A0D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9C6891-2BBF-4040-9766-295C5AEC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74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10BA44B-AAB6-4413-ABCC-3BED3DFC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90B0A5-F361-4517-8D3D-89161D4FD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324798-7F4A-4288-AC08-4296E33E54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6868E-AFDE-485C-9FF6-DCEEE00B7D5E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6EF960-A3D2-4AAD-B54A-7C90B9BBA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ECBA0C-B4C4-42EF-B68E-7E458B45C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53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F7AD50C-7B53-4C68-B14F-425CA020FF6D}"/>
              </a:ext>
            </a:extLst>
          </p:cNvPr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Pre-lab</a:t>
            </a:r>
            <a:r>
              <a:rPr lang="ko-KR" altLang="en-US" dirty="0"/>
              <a:t> </a:t>
            </a:r>
            <a:r>
              <a:rPr lang="en-US" altLang="ko-KR" dirty="0"/>
              <a:t>Questions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141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B2972B7-6952-4A94-AAE8-1AE19D485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334" y="402602"/>
            <a:ext cx="7653556" cy="30297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EDCA7B3-1D6F-4574-AA39-6BC831BAC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409" y="3722471"/>
            <a:ext cx="8059312" cy="29184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1C0A40-1CC5-4805-9EA7-94AC9EF34104}"/>
              </a:ext>
            </a:extLst>
          </p:cNvPr>
          <p:cNvSpPr txBox="1"/>
          <p:nvPr/>
        </p:nvSpPr>
        <p:spPr>
          <a:xfrm>
            <a:off x="10813411" y="6350574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(6 points)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A184C9-8335-4CC5-A799-9E6519C8582A}"/>
              </a:ext>
            </a:extLst>
          </p:cNvPr>
          <p:cNvSpPr txBox="1"/>
          <p:nvPr/>
        </p:nvSpPr>
        <p:spPr>
          <a:xfrm>
            <a:off x="10813411" y="3059668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(3 points)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858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F51A51C-F588-4261-8865-48E6ADBCC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76" y="334558"/>
            <a:ext cx="11269648" cy="370574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795C7F5-E7E8-48FA-871C-231EC01E3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76" y="3972542"/>
            <a:ext cx="7235939" cy="28854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D3EE9C-52D9-4769-B368-E433D8E9E1E5}"/>
              </a:ext>
            </a:extLst>
          </p:cNvPr>
          <p:cNvSpPr txBox="1"/>
          <p:nvPr/>
        </p:nvSpPr>
        <p:spPr>
          <a:xfrm>
            <a:off x="7697115" y="6154110"/>
            <a:ext cx="4160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&lt;- (#4 Opening Photo)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E948B8-9A58-4E65-B9FB-D84BF664106F}"/>
              </a:ext>
            </a:extLst>
          </p:cNvPr>
          <p:cNvSpPr txBox="1"/>
          <p:nvPr/>
        </p:nvSpPr>
        <p:spPr>
          <a:xfrm>
            <a:off x="10489254" y="2399359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(3 points)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CE9BBE-99C0-41B0-BC4B-DC2C12D8FF72}"/>
              </a:ext>
            </a:extLst>
          </p:cNvPr>
          <p:cNvSpPr txBox="1"/>
          <p:nvPr/>
        </p:nvSpPr>
        <p:spPr>
          <a:xfrm>
            <a:off x="10489254" y="3546622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(3 points)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080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2DCB62E-61EF-412D-BD78-724475A19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686" y="0"/>
            <a:ext cx="7544627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4FDA33-6EFB-4859-95EB-05C5A0A7AE13}"/>
              </a:ext>
            </a:extLst>
          </p:cNvPr>
          <p:cNvSpPr txBox="1"/>
          <p:nvPr/>
        </p:nvSpPr>
        <p:spPr>
          <a:xfrm>
            <a:off x="10813411" y="6350574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(5 points)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097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59624D4-E330-4F20-9422-6CA5895BF8C7}"/>
              </a:ext>
            </a:extLst>
          </p:cNvPr>
          <p:cNvSpPr>
            <a:spLocks noGrp="1"/>
          </p:cNvSpPr>
          <p:nvPr/>
        </p:nvSpPr>
        <p:spPr>
          <a:xfrm>
            <a:off x="838199" y="26909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Laboratory Reports</a:t>
            </a:r>
            <a:endParaRPr lang="ko-KR" altLang="en-US" dirty="0"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0AD80003-0061-4924-A921-EDFD4D6588A7}"/>
              </a:ext>
            </a:extLst>
          </p:cNvPr>
          <p:cNvSpPr txBox="1"/>
          <p:nvPr/>
        </p:nvSpPr>
        <p:spPr>
          <a:xfrm>
            <a:off x="838200" y="4016541"/>
            <a:ext cx="105155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/>
              <a:t>Just answer the questions and fill the blanks shown in manual(page 26~28).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No more discussion(Summary/Assessing the results/Conclusions) is required for this report.</a:t>
            </a:r>
          </a:p>
        </p:txBody>
      </p:sp>
    </p:spTree>
    <p:extLst>
      <p:ext uri="{BB962C8B-B14F-4D97-AF65-F5344CB8AC3E}">
        <p14:creationId xmlns:p14="http://schemas.microsoft.com/office/powerpoint/2010/main" val="3292606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AA49765-7EAD-41D6-B060-0D19997E5526}"/>
              </a:ext>
            </a:extLst>
          </p:cNvPr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Post-lab</a:t>
            </a:r>
            <a:r>
              <a:rPr lang="ko-KR" altLang="en-US" dirty="0"/>
              <a:t> </a:t>
            </a:r>
            <a:r>
              <a:rPr lang="en-US" altLang="ko-KR" dirty="0"/>
              <a:t>Questions</a:t>
            </a:r>
            <a:br>
              <a:rPr lang="en-US" altLang="ko-KR" dirty="0"/>
            </a:br>
            <a:r>
              <a:rPr lang="en-US" altLang="ko-KR" dirty="0"/>
              <a:t>(#2, 3, 5, 6, 7; 4 points each)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1894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A2DBFF18-001D-4FA4-BF74-74FE8F51B0AF}"/>
              </a:ext>
            </a:extLst>
          </p:cNvPr>
          <p:cNvGrpSpPr/>
          <p:nvPr/>
        </p:nvGrpSpPr>
        <p:grpSpPr>
          <a:xfrm>
            <a:off x="1414101" y="0"/>
            <a:ext cx="9229573" cy="6858000"/>
            <a:chOff x="1567058" y="0"/>
            <a:chExt cx="9229573" cy="6858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FEC6DB1-E4DE-4B2B-BDF8-4E829CFD1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7058" y="0"/>
              <a:ext cx="9057883" cy="6858000"/>
            </a:xfrm>
            <a:prstGeom prst="rect">
              <a:avLst/>
            </a:prstGeom>
          </p:spPr>
        </p:pic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949452D-BEBE-4E9A-B307-59B47997E7F5}"/>
                </a:ext>
              </a:extLst>
            </p:cNvPr>
            <p:cNvSpPr/>
            <p:nvPr/>
          </p:nvSpPr>
          <p:spPr>
            <a:xfrm>
              <a:off x="1635853" y="1157681"/>
              <a:ext cx="352338" cy="33555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3B4051C-8912-4AC7-BE50-2C822C568DE6}"/>
                </a:ext>
              </a:extLst>
            </p:cNvPr>
            <p:cNvSpPr/>
            <p:nvPr/>
          </p:nvSpPr>
          <p:spPr>
            <a:xfrm>
              <a:off x="1635853" y="2105637"/>
              <a:ext cx="352338" cy="33555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A8FC00B4-D189-427B-BDC8-A875AF3D2AFE}"/>
                </a:ext>
              </a:extLst>
            </p:cNvPr>
            <p:cNvSpPr/>
            <p:nvPr/>
          </p:nvSpPr>
          <p:spPr>
            <a:xfrm>
              <a:off x="1635853" y="5100506"/>
              <a:ext cx="352338" cy="33555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7E442ABD-3A3A-4D8A-9DF4-68A8B72FF5CE}"/>
                </a:ext>
              </a:extLst>
            </p:cNvPr>
            <p:cNvSpPr/>
            <p:nvPr/>
          </p:nvSpPr>
          <p:spPr>
            <a:xfrm>
              <a:off x="1635853" y="4572000"/>
              <a:ext cx="352338" cy="33555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4884316-DEC5-45D0-A305-24B32E17069F}"/>
                </a:ext>
              </a:extLst>
            </p:cNvPr>
            <p:cNvSpPr/>
            <p:nvPr/>
          </p:nvSpPr>
          <p:spPr>
            <a:xfrm>
              <a:off x="1635853" y="3850547"/>
              <a:ext cx="352338" cy="33555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5950486-C1EF-4456-8E60-2971FA92270A}"/>
                </a:ext>
              </a:extLst>
            </p:cNvPr>
            <p:cNvSpPr/>
            <p:nvPr/>
          </p:nvSpPr>
          <p:spPr>
            <a:xfrm>
              <a:off x="1567058" y="5503177"/>
              <a:ext cx="9229573" cy="12751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91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1DC76CF-C140-4F1F-9C03-88865A255431}"/>
              </a:ext>
            </a:extLst>
          </p:cNvPr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Textbook Content for Exp.7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3556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027C86F-645C-42DA-A587-FB07306B4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6" y="0"/>
            <a:ext cx="5299364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519AEC3-F5BD-4D13-9247-1FB98E2144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767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7D7A667-827A-4559-A380-4698F57B5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6" y="0"/>
            <a:ext cx="5299364" cy="685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92A522C-CB13-4574-9EFA-DC6A09079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247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D84E5D-4CD5-4620-B5AB-6303CD70D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6" y="0"/>
            <a:ext cx="5299364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AD2F2C2-F688-47D3-93F3-AB3B067879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399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87</Words>
  <Application>Microsoft Office PowerPoint</Application>
  <PresentationFormat>와이드스크린</PresentationFormat>
  <Paragraphs>13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LKW</dc:creator>
  <cp:lastModifiedBy>LKW</cp:lastModifiedBy>
  <cp:revision>10</cp:revision>
  <dcterms:created xsi:type="dcterms:W3CDTF">2020-05-18T01:26:54Z</dcterms:created>
  <dcterms:modified xsi:type="dcterms:W3CDTF">2020-06-01T11:46:02Z</dcterms:modified>
</cp:coreProperties>
</file>