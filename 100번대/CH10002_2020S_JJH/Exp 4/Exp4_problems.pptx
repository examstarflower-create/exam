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0" r:id="rId3"/>
    <p:sldId id="260" r:id="rId4"/>
    <p:sldId id="262" r:id="rId5"/>
    <p:sldId id="265" r:id="rId6"/>
    <p:sldId id="266" r:id="rId7"/>
    <p:sldId id="271" r:id="rId8"/>
    <p:sldId id="272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5CCF7-7314-44AF-80C3-E4C7FC2543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78965CA-EBC7-4821-AEEA-83A3A5C33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A2CE2A-800A-473B-9620-D4BCFDEEF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CEE98-1CC7-4BEA-8F5C-0A7CD0E58307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C415DF-CC16-4664-9520-4DFB10005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BCB8EA-F5E4-4030-A00F-574E6D2B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6E41C-C689-41F3-AE2E-5D3F0CC11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255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AD7FF0-7352-4C08-9575-9789DAD6E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8DCCEF-1E28-4523-BEC5-2DEECA341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4F5BC6-92F3-4B14-A3D8-57FAC430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CEE98-1CC7-4BEA-8F5C-0A7CD0E58307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E873DE-DC41-4AD3-9F49-6C9CC8744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FA0E08-E275-4D13-BCBA-98E2D9C85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6E41C-C689-41F3-AE2E-5D3F0CC11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452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A46320-47DF-43EA-99A3-E8493D02A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A08D3A-1835-4BF6-BC1A-5DCDBA5C1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4CD552-2ECB-41B0-BC74-9ACFB053B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CEE98-1CC7-4BEA-8F5C-0A7CD0E58307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B830E0-3A96-4188-B258-F64837AA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505EED-BFE3-4428-AD62-12EEE5ACF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6E41C-C689-41F3-AE2E-5D3F0CC11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251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37DFD2-E63F-41EA-8F77-8C99EDE8F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4573A3-19B1-4964-B59F-15236065A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136D7B-15CD-480D-A614-5669F042D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6B71E2-8112-4859-8082-B7B847FD0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CEE98-1CC7-4BEA-8F5C-0A7CD0E58307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F8345B-F0EE-46F5-9297-52DB9C8E2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E5CC57-D7CD-408D-87AC-064660A48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6E41C-C689-41F3-AE2E-5D3F0CC11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596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602CF4-409E-47B4-8546-C06DA5B34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383DA6-6277-4205-B8B9-AB730C562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7E4D77-1361-45E5-85A9-8C33CE759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B9C1E9-CD17-4980-B8FE-06708FCB4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B7EA232-F8C1-4807-83A6-90B7D41F93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3D67D8-3856-4279-BD1D-23AF6B060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CEE98-1CC7-4BEA-8F5C-0A7CD0E58307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BF94D1D-4E72-4C77-9FD0-091280CB3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5BBBE01-175D-4546-9504-04ECFC83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6E41C-C689-41F3-AE2E-5D3F0CC11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012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DE91AA-5B0E-4272-924F-51EE02412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DF2C58-2D56-483A-9C91-B52EBAE32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CEE98-1CC7-4BEA-8F5C-0A7CD0E58307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8E7B6E5-64EB-4135-A052-AA85893F2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921682-E9FF-481C-8052-E46BB054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6E41C-C689-41F3-AE2E-5D3F0CC11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2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E4F7DC6-AC08-4056-B58D-BAF26EC5F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CEE98-1CC7-4BEA-8F5C-0A7CD0E58307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3BC51F8-AC8E-48D4-A8CA-282E13352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70F8AE-3FEF-49C5-94A4-98ADD0EF0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6E41C-C689-41F3-AE2E-5D3F0CC11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663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F255A0-BD08-4641-A321-44745E458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09F71D-E296-4CBE-A8DB-88681D1E5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6621E04-94B9-4DA0-8F1A-54F0F278D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ED3CD-262E-4E90-A6B8-17ABF5C8D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CEE98-1CC7-4BEA-8F5C-0A7CD0E58307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239294-C028-4494-BCDE-A8127CFC3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6F7FFF-192B-4193-8D84-597DC045D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6E41C-C689-41F3-AE2E-5D3F0CC11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18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1A8CB4-62D9-4273-B647-929A579EB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16E65E0-B62A-4844-91BD-9A0BF4D32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5200D2-AC9D-4456-AB3F-97DBF1C71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5C5250-B1AA-4D14-BB52-3003BFE6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CEE98-1CC7-4BEA-8F5C-0A7CD0E58307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F7A981-0AC3-4A14-A89C-7420E3ACF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DB1BA3-76B3-4075-AB5C-35F9CEF28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6E41C-C689-41F3-AE2E-5D3F0CC11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812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7B620-2541-4531-A86A-F1E5062A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CA59D9-4B01-421D-89E4-87C6E9E317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C84960-E54F-4DC0-A039-08580AF61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CEE98-1CC7-4BEA-8F5C-0A7CD0E58307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267D4F-30AF-407F-8573-0D67C5131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5857D8-1D79-4861-8392-FD55BAAE6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6E41C-C689-41F3-AE2E-5D3F0CC11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948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230119-AC9E-4FD2-A7E6-B5844768D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33A87D-A35B-47E2-A254-13E7541F1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8AB4FC-FABF-4120-BE36-5A540CF16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CEE98-1CC7-4BEA-8F5C-0A7CD0E58307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DBBD91-ED57-4AC1-B7C5-35FA597FC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D7273D-3339-4B1B-8599-F49270A75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6E41C-C689-41F3-AE2E-5D3F0CC11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964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95F1FD5-D36F-4CCC-B70C-2A3960238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EA4B9A-41D4-4A87-80BA-FD40972E6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E27925-97C5-4235-8EC9-E3253EE57A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CEE98-1CC7-4BEA-8F5C-0A7CD0E58307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7A253C-FAD1-4E4F-9A31-DA2C0ADC29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A8F986-8790-492A-80D3-4EEA1D0A6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6E41C-C689-41F3-AE2E-5D3F0CC11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331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F7AD50C-7B53-4C68-B14F-425CA020F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Pre-lab</a:t>
            </a:r>
            <a:r>
              <a:rPr lang="ko-KR" altLang="en-US" dirty="0"/>
              <a:t> </a:t>
            </a:r>
            <a:r>
              <a:rPr lang="en-US" altLang="ko-KR" dirty="0"/>
              <a:t>Questions(4 points each)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497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3F0A11E-2180-46CB-9434-09476DF4F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198065"/>
            <a:ext cx="6858000" cy="646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521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59624D4-E330-4F20-9422-6CA5895BF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Laboratory Reports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DEEFC2-B0C8-4813-AD34-B49A25AA63C2}"/>
              </a:ext>
            </a:extLst>
          </p:cNvPr>
          <p:cNvSpPr txBox="1"/>
          <p:nvPr/>
        </p:nvSpPr>
        <p:spPr>
          <a:xfrm>
            <a:off x="3941077" y="3907115"/>
            <a:ext cx="430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Use</a:t>
            </a:r>
            <a:r>
              <a:rPr lang="ko-KR" altLang="en-US" dirty="0"/>
              <a:t> </a:t>
            </a:r>
            <a:r>
              <a:rPr lang="en-US" altLang="ko-KR" dirty="0"/>
              <a:t>the format in manual(page 24~27).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9435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AA49765-7EAD-41D6-B060-0D19997E5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Post-lab</a:t>
            </a:r>
            <a:r>
              <a:rPr lang="ko-KR" altLang="en-US" dirty="0"/>
              <a:t> </a:t>
            </a:r>
            <a:r>
              <a:rPr lang="en-US" altLang="ko-KR" dirty="0"/>
              <a:t>Questions</a:t>
            </a:r>
            <a:br>
              <a:rPr lang="en-US" altLang="ko-KR" dirty="0"/>
            </a:br>
            <a:r>
              <a:rPr lang="en-US" altLang="ko-KR" dirty="0"/>
              <a:t>(3 points each, maximum 20 points)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1717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890B1A-8EFC-47A4-BC3E-3E5FFFB47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495299" y="-1732600"/>
            <a:ext cx="6853958" cy="1031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167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1DC76CF-C140-4F1F-9C03-88865A255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Textbook Content for Exp. 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8685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FFC18DC-A56E-4243-A01F-3496ACD59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29469" y="963198"/>
            <a:ext cx="6859044" cy="49250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C2644E1-8166-4301-9C0E-D4DD46C4E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930423" y="1005808"/>
            <a:ext cx="6855239" cy="484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885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D3EBA5-647C-4823-A83A-0946A62F8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70896" y="983752"/>
            <a:ext cx="6858000" cy="48904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F860134-6B8C-43FC-9D4A-A600F5C1E9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159909" y="1087242"/>
            <a:ext cx="6858001" cy="468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522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36</Words>
  <Application>Microsoft Office PowerPoint</Application>
  <PresentationFormat>와이드스크린</PresentationFormat>
  <Paragraphs>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Pre-lab Questions(4 points each)</vt:lpstr>
      <vt:lpstr>PowerPoint 프레젠테이션</vt:lpstr>
      <vt:lpstr>Laboratory Reports</vt:lpstr>
      <vt:lpstr>Post-lab Questions (3 points each, maximum 20 points)</vt:lpstr>
      <vt:lpstr>PowerPoint 프레젠테이션</vt:lpstr>
      <vt:lpstr>Textbook Content for Exp. 4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Pre-lab Questions(2.5 points each)</dc:title>
  <dc:creator>LKW</dc:creator>
  <cp:lastModifiedBy>LKW</cp:lastModifiedBy>
  <cp:revision>11</cp:revision>
  <dcterms:created xsi:type="dcterms:W3CDTF">2020-04-20T01:01:49Z</dcterms:created>
  <dcterms:modified xsi:type="dcterms:W3CDTF">2020-05-11T01:15:21Z</dcterms:modified>
</cp:coreProperties>
</file>