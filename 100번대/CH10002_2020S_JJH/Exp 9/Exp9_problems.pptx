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6" r:id="rId3"/>
    <p:sldId id="277" r:id="rId4"/>
    <p:sldId id="260" r:id="rId5"/>
    <p:sldId id="265" r:id="rId6"/>
    <p:sldId id="273" r:id="rId7"/>
    <p:sldId id="266" r:id="rId8"/>
    <p:sldId id="274" r:id="rId9"/>
    <p:sldId id="27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7FAC8-4A64-484E-A597-88DB6366E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E1C17F-4F1B-4070-91D4-1A54DC5D0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1940CB-00E7-47E2-8C56-DE707E66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1718A-8E9A-4D8F-B6B0-87905D89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921F01-B18B-476E-82DC-C0E982212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51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AA3F2-FC24-4B7B-B6B8-B5D4A2518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A92F67-0C70-4889-83E0-37D142E63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7C961D-1926-4E7C-B4AB-5D21F11E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59A080-0253-403D-A2FF-3FC5B587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105CCE-3DF9-40C9-BA79-AAE1FE442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52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86583-BA2E-42F8-BBE2-767509CC9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518ACF-8C21-41AF-9F8A-78A031513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06DA2E-CE54-44B2-BD3A-41057DFAB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5E6ED-F060-4571-B489-587FF9614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31D766-047C-4FD2-9C0B-E7D50BD4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133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6244B-D036-456D-ACD1-3C6C7951C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9D7B69-562B-4597-BB61-37A35C132B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F55389-F475-4807-BD67-D1445A356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24EAA-9B89-4CC8-8E9F-2A5FD1E7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2ECE20-089B-4EFF-A9A2-D1991492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7C3A00-3F7F-4048-8D6B-13771F118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711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019C1-4F48-4E59-9842-A0D0BDCD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01416D-9445-4EBC-85E3-887E1D438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C99407-ED9A-42A0-9E4E-C04C64345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03242F-B4E5-40FD-B532-1714B0D68B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6F6A61-E4AA-49C1-8545-4C53402A5E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604073-91C2-4E83-8326-8E22883A3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7C53BB-ECB9-406E-80EA-77A7BF97F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F8F724-D1AA-441F-A3A2-693715668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47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591217-9436-4B7B-AE32-CB246F218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463E3F1-1EDA-435B-A0D4-1D1C02DEC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4BF562-3DA6-4E3B-8E80-D5B6E1D7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50358F-0D26-4498-A3B4-2FD4452E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490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1632A-D915-48F6-B81B-4C4F3A23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51CAC6E-2B16-4089-989E-7A82D4736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E4B59F-CCFB-408F-BB97-1F70E4399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69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281161-7829-4000-BD53-C41CD423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53C03D-1ED1-47E1-9B0D-B417248AA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70932B-3800-45D5-8757-62B20D407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5489A3-B5BE-49A6-ADD1-318A72B70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81B444-35B3-4F18-AA82-69D14A5E8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B5405C-F429-42B6-A95C-78568EEB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092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BC8C9-02B1-4CBF-93A7-5C6CC009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0981377-2E30-4792-A07F-963072518F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15D06A-77AC-4DCB-969D-2564D9615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2F6278-B666-43B4-AE49-89DFEC8D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19A556-45F0-4D7F-9499-73DC0ED99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996DAF-D66A-408E-9F63-D08DFF699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214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6FDC9-CAA0-4715-A876-91096346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8FDC4E-A6ED-4823-A533-0658FF655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974A0-0A16-4BE4-AB90-DC4F7B603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3AE851-042F-4280-AEC1-156ACA24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9438C1-9B99-4E18-933A-7C75E772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1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C42AB2-836F-4BD5-9173-BA1109A76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E95B5A-604C-433D-9062-44EC1813F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DC15A-2180-4F1A-8B26-7AE9C49F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6868E-AFDE-485C-9FF6-DCEEE00B7D5E}" type="datetimeFigureOut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1C3D30-7262-4157-A88E-2BCEE5A0D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9C6891-2BBF-4040-9766-295C5AEC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74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0BA44B-AAB6-4413-ABCC-3BED3DFCD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90B0A5-F361-4517-8D3D-89161D4FD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324798-7F4A-4288-AC08-4296E33E5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6868E-AFDE-485C-9FF6-DCEEE00B7D5E}" type="datetimeFigureOut">
              <a:rPr lang="ko-KR" altLang="en-US" smtClean="0"/>
              <a:t>2020-06-15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6EF960-A3D2-4AAD-B54A-7C90B9BBA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ECBA0C-B4C4-42EF-B68E-7E458B45C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8643D-5413-4CB7-8443-6E6F3E683F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53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F7AD50C-7B53-4C68-B14F-425CA020FF6D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Pre-lab</a:t>
            </a:r>
            <a:r>
              <a:rPr lang="ko-KR" altLang="en-US" dirty="0"/>
              <a:t> </a:t>
            </a:r>
            <a:r>
              <a:rPr lang="en-US" altLang="ko-KR" dirty="0"/>
              <a:t>Questions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141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BB692CF-6E6B-4987-9F4E-5CB67FEC1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128" y="0"/>
            <a:ext cx="8623743" cy="530184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E6F2498-B172-452C-83FD-2219429E9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128" y="5301842"/>
            <a:ext cx="8433663" cy="9125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15255D-66D1-4E29-B8E4-533E6B5DBA9F}"/>
              </a:ext>
            </a:extLst>
          </p:cNvPr>
          <p:cNvSpPr txBox="1"/>
          <p:nvPr/>
        </p:nvSpPr>
        <p:spPr>
          <a:xfrm>
            <a:off x="10746299" y="6350574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(4 points)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DD832D-AF5D-4A07-8096-CF604CC75896}"/>
              </a:ext>
            </a:extLst>
          </p:cNvPr>
          <p:cNvSpPr txBox="1"/>
          <p:nvPr/>
        </p:nvSpPr>
        <p:spPr>
          <a:xfrm>
            <a:off x="10746299" y="3682875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(3 points)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8A369A-DCCD-4AAC-A16A-A239A243AB90}"/>
              </a:ext>
            </a:extLst>
          </p:cNvPr>
          <p:cNvSpPr txBox="1"/>
          <p:nvPr/>
        </p:nvSpPr>
        <p:spPr>
          <a:xfrm>
            <a:off x="10746299" y="4924121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(3 points)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8974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7563C9A-7D9E-4840-AEAD-941825750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141" y="0"/>
            <a:ext cx="80637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242411-F973-4CD7-8F0D-2596E0D71257}"/>
              </a:ext>
            </a:extLst>
          </p:cNvPr>
          <p:cNvSpPr txBox="1"/>
          <p:nvPr/>
        </p:nvSpPr>
        <p:spPr>
          <a:xfrm>
            <a:off x="10813411" y="6350574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(7 points)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28ED97-B629-4D12-A66F-571E50F602C3}"/>
              </a:ext>
            </a:extLst>
          </p:cNvPr>
          <p:cNvSpPr txBox="1"/>
          <p:nvPr/>
        </p:nvSpPr>
        <p:spPr>
          <a:xfrm>
            <a:off x="10645631" y="1057121"/>
            <a:ext cx="124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(3 points)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8972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59624D4-E330-4F20-9422-6CA5895BF8C7}"/>
              </a:ext>
            </a:extLst>
          </p:cNvPr>
          <p:cNvSpPr>
            <a:spLocks noGrp="1"/>
          </p:cNvSpPr>
          <p:nvPr/>
        </p:nvSpPr>
        <p:spPr>
          <a:xfrm>
            <a:off x="838199" y="26909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Laboratory Reports</a:t>
            </a:r>
            <a:endParaRPr lang="ko-KR" altLang="en-US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4D13A045-69D9-491C-BBFE-65105431A70D}"/>
              </a:ext>
            </a:extLst>
          </p:cNvPr>
          <p:cNvSpPr txBox="1"/>
          <p:nvPr/>
        </p:nvSpPr>
        <p:spPr>
          <a:xfrm>
            <a:off x="838199" y="4016541"/>
            <a:ext cx="105155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Use</a:t>
            </a:r>
            <a:r>
              <a:rPr lang="ko-KR" altLang="en-US" dirty="0"/>
              <a:t> </a:t>
            </a:r>
            <a:r>
              <a:rPr lang="en-US" altLang="ko-KR" dirty="0"/>
              <a:t>the format shown in manual(page 25~27).</a:t>
            </a:r>
          </a:p>
          <a:p>
            <a:pPr algn="ctr"/>
            <a:endParaRPr lang="en-US" altLang="ko-KR" dirty="0"/>
          </a:p>
          <a:p>
            <a:pPr algn="ctr"/>
            <a:r>
              <a:rPr lang="en-US" altLang="ko-KR" dirty="0"/>
              <a:t>+ Discussion(Summary/Assessing the result/Conclusion) should be included here.</a:t>
            </a:r>
          </a:p>
        </p:txBody>
      </p:sp>
    </p:spTree>
    <p:extLst>
      <p:ext uri="{BB962C8B-B14F-4D97-AF65-F5344CB8AC3E}">
        <p14:creationId xmlns:p14="http://schemas.microsoft.com/office/powerpoint/2010/main" val="3292606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AA49765-7EAD-41D6-B060-0D19997E5526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Post-lab</a:t>
            </a:r>
            <a:r>
              <a:rPr lang="ko-KR" altLang="en-US" dirty="0"/>
              <a:t> </a:t>
            </a:r>
            <a:r>
              <a:rPr lang="en-US" altLang="ko-KR" dirty="0"/>
              <a:t>Questions</a:t>
            </a:r>
          </a:p>
          <a:p>
            <a:pPr algn="ctr"/>
            <a:r>
              <a:rPr lang="en-US" altLang="ko-KR" dirty="0"/>
              <a:t>(4 points each)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1894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317E72-020C-4132-B60F-B8AD44090D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6635"/>
            <a:ext cx="12192000" cy="574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72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1DC76CF-C140-4F1F-9C03-88865A255431}"/>
              </a:ext>
            </a:extLst>
          </p:cNvPr>
          <p:cNvSpPr>
            <a:spLocks noGrp="1"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Textbook Content for Exp 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3556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F85CE66-E32E-446B-857A-3546D0BD5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0"/>
            <a:ext cx="5299364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470D66B-DFF9-4E2F-9583-8B548B105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6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8D90D75-BC5C-4579-97B1-5EB28E7CD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36" y="0"/>
            <a:ext cx="5299364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7EC5EC2-D900-491E-BECB-D5377AE28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52993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172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62</Words>
  <Application>Microsoft Office PowerPoint</Application>
  <PresentationFormat>와이드스크린</PresentationFormat>
  <Paragraphs>13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LKW</dc:creator>
  <cp:lastModifiedBy>LKW</cp:lastModifiedBy>
  <cp:revision>18</cp:revision>
  <dcterms:created xsi:type="dcterms:W3CDTF">2020-05-18T01:26:54Z</dcterms:created>
  <dcterms:modified xsi:type="dcterms:W3CDTF">2020-06-15T01:39:22Z</dcterms:modified>
</cp:coreProperties>
</file>