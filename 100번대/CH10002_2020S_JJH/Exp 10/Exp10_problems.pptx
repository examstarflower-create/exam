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79" r:id="rId4"/>
    <p:sldId id="280" r:id="rId5"/>
    <p:sldId id="281" r:id="rId6"/>
    <p:sldId id="260" r:id="rId7"/>
    <p:sldId id="265" r:id="rId8"/>
    <p:sldId id="273" r:id="rId9"/>
    <p:sldId id="266" r:id="rId10"/>
    <p:sldId id="274" r:id="rId11"/>
    <p:sldId id="275" r:id="rId12"/>
    <p:sldId id="27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7FAC8-4A64-484E-A597-88DB6366E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E1C17F-4F1B-4070-91D4-1A54DC5D0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1940CB-00E7-47E2-8C56-DE707E66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1718A-8E9A-4D8F-B6B0-87905D89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21F01-B18B-476E-82DC-C0E9822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AA3F2-FC24-4B7B-B6B8-B5D4A251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92F67-0C70-4889-83E0-37D142E6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C961D-1926-4E7C-B4AB-5D21F11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59A080-0253-403D-A2FF-3FC5B587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05CCE-3DF9-40C9-BA79-AAE1FE4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86583-BA2E-42F8-BBE2-767509CC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18ACF-8C21-41AF-9F8A-78A031513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06DA2E-CE54-44B2-BD3A-41057DFA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5E6ED-F060-4571-B489-587FF961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1D766-047C-4FD2-9C0B-E7D50BD4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13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244B-D036-456D-ACD1-3C6C7951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D7B69-562B-4597-BB61-37A35C132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F55389-F475-4807-BD67-D1445A35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24EAA-9B89-4CC8-8E9F-2A5FD1E7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2ECE20-089B-4EFF-A9A2-D1991492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C3A00-3F7F-4048-8D6B-13771F11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1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019C1-4F48-4E59-9842-A0D0BDCD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1416D-9445-4EBC-85E3-887E1D438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C99407-ED9A-42A0-9E4E-C04C64345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03242F-B4E5-40FD-B532-1714B0D68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6F6A61-E4AA-49C1-8545-4C53402A5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604073-91C2-4E83-8326-8E22883A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7C53BB-ECB9-406E-80EA-77A7BF97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F8F724-D1AA-441F-A3A2-69371566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91217-9436-4B7B-AE32-CB246F21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63E3F1-1EDA-435B-A0D4-1D1C02DE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4BF562-3DA6-4E3B-8E80-D5B6E1D7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0358F-0D26-4498-A3B4-2FD4452E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9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1632A-D915-48F6-B81B-4C4F3A23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CAC6E-2B16-4089-989E-7A82D473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4B59F-CCFB-408F-BB97-1F70E439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9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81161-7829-4000-BD53-C41CD423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3C03D-1ED1-47E1-9B0D-B417248A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0932B-3800-45D5-8757-62B20D407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5489A3-B5BE-49A6-ADD1-318A72B7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81B444-35B3-4F18-AA82-69D14A5E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B5405C-F429-42B6-A95C-78568EEB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9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BC8C9-02B1-4CBF-93A7-5C6CC009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981377-2E30-4792-A07F-963072518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15D06A-77AC-4DCB-969D-2564D9615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2F6278-B666-43B4-AE49-89DFEC8D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19A556-45F0-4D7F-9499-73DC0ED9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996DAF-D66A-408E-9F63-D08DFF69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1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6FDC9-CAA0-4715-A876-91096346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FDC4E-A6ED-4823-A533-0658FF655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974A0-0A16-4BE4-AB90-DC4F7B60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AE851-042F-4280-AEC1-156ACA24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438C1-9B99-4E18-933A-7C75E772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1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C42AB2-836F-4BD5-9173-BA1109A76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E95B5A-604C-433D-9062-44EC1813F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DC15A-2180-4F1A-8B26-7AE9C49F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1C3D30-7262-4157-A88E-2BCEE5A0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C6891-2BBF-4040-9766-295C5AEC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7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0BA44B-AAB6-4413-ABCC-3BED3DFC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0B0A5-F361-4517-8D3D-89161D4FD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324798-7F4A-4288-AC08-4296E33E5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868E-AFDE-485C-9FF6-DCEEE00B7D5E}" type="datetimeFigureOut">
              <a:rPr lang="ko-KR" altLang="en-US" smtClean="0"/>
              <a:t>2020-06-22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EF960-A3D2-4AAD-B54A-7C90B9BBA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CBA0C-B4C4-42EF-B68E-7E458B45C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5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7AD50C-7B53-4C68-B14F-425CA020FF6D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Pre-lab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678E6077-396B-4E50-8FAE-427E2D69A62D}"/>
              </a:ext>
            </a:extLst>
          </p:cNvPr>
          <p:cNvGrpSpPr/>
          <p:nvPr/>
        </p:nvGrpSpPr>
        <p:grpSpPr>
          <a:xfrm>
            <a:off x="423153" y="2126823"/>
            <a:ext cx="11345694" cy="2604354"/>
            <a:chOff x="642176" y="206066"/>
            <a:chExt cx="11345694" cy="260435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0640143-CF89-4A32-87F5-BF154DF87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176" y="206066"/>
              <a:ext cx="10907647" cy="241968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DD832D-AF5D-4A07-8096-CF604CC75896}"/>
                </a:ext>
              </a:extLst>
            </p:cNvPr>
            <p:cNvSpPr txBox="1"/>
            <p:nvPr/>
          </p:nvSpPr>
          <p:spPr>
            <a:xfrm>
              <a:off x="10746300" y="2441088"/>
              <a:ext cx="124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(4 points)</a:t>
              </a:r>
              <a:endParaRPr lang="ko-KR" altLang="en-US" dirty="0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68A894DA-5A56-4E80-AE56-827BC20ECBD1}"/>
                </a:ext>
              </a:extLst>
            </p:cNvPr>
            <p:cNvCxnSpPr/>
            <p:nvPr/>
          </p:nvCxnSpPr>
          <p:spPr>
            <a:xfrm>
              <a:off x="9764785" y="2088859"/>
              <a:ext cx="27683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731D6E9-5CD3-4500-BF79-74623FB8456C}"/>
              </a:ext>
            </a:extLst>
          </p:cNvPr>
          <p:cNvSpPr txBox="1"/>
          <p:nvPr/>
        </p:nvSpPr>
        <p:spPr>
          <a:xfrm>
            <a:off x="2851312" y="4739566"/>
            <a:ext cx="648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(Name of electrode: anode/cathode, sign: positive/negative)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7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24DCEA-2FC1-4749-B09B-AC964169F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18" y="304364"/>
            <a:ext cx="10840963" cy="6249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30D77-BFE4-4BD1-A274-26F0ED00D6CE}"/>
              </a:ext>
            </a:extLst>
          </p:cNvPr>
          <p:cNvSpPr txBox="1"/>
          <p:nvPr/>
        </p:nvSpPr>
        <p:spPr>
          <a:xfrm>
            <a:off x="10460165" y="3059668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F31D3-9E9F-4D07-AED1-66359982B85A}"/>
              </a:ext>
            </a:extLst>
          </p:cNvPr>
          <p:cNvSpPr txBox="1"/>
          <p:nvPr/>
        </p:nvSpPr>
        <p:spPr>
          <a:xfrm>
            <a:off x="10460165" y="618430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7C8A6B-CAC7-4C59-A133-82EAD60DD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080" y="3510601"/>
            <a:ext cx="3504655" cy="259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4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EF967BF-2925-405E-8B78-F8B8FE7FB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98" y="0"/>
            <a:ext cx="967260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D3B2FC-567D-47BE-A674-C0D3FA1518C1}"/>
              </a:ext>
            </a:extLst>
          </p:cNvPr>
          <p:cNvSpPr txBox="1"/>
          <p:nvPr/>
        </p:nvSpPr>
        <p:spPr>
          <a:xfrm>
            <a:off x="10460165" y="618430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(5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449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7A136C-41CD-4B0D-BFDA-D02FB80EC3CA}"/>
              </a:ext>
            </a:extLst>
          </p:cNvPr>
          <p:cNvSpPr txBox="1"/>
          <p:nvPr/>
        </p:nvSpPr>
        <p:spPr>
          <a:xfrm>
            <a:off x="8576776" y="6167526"/>
            <a:ext cx="312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(5 points, No partial points)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B1C87B-1A7F-4A15-B5B6-ED4DC5608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18" y="861654"/>
            <a:ext cx="11202963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5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9624D4-E330-4F20-9422-6CA5895BF8C7}"/>
              </a:ext>
            </a:extLst>
          </p:cNvPr>
          <p:cNvSpPr>
            <a:spLocks noGrp="1"/>
          </p:cNvSpPr>
          <p:nvPr/>
        </p:nvSpPr>
        <p:spPr>
          <a:xfrm>
            <a:off x="838199" y="26909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Laboratory Reports</a:t>
            </a:r>
            <a:endParaRPr lang="ko-KR" altLang="en-US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E1254D64-9962-465B-AF65-71C306421A06}"/>
              </a:ext>
            </a:extLst>
          </p:cNvPr>
          <p:cNvSpPr txBox="1"/>
          <p:nvPr/>
        </p:nvSpPr>
        <p:spPr>
          <a:xfrm>
            <a:off x="838199" y="4016541"/>
            <a:ext cx="10515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Just answer the questions and fill the blanks shown in the manual(page 30~33).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No more discussion(Summary/Assessing the results/Conclusions) is required for this report.</a:t>
            </a:r>
          </a:p>
        </p:txBody>
      </p:sp>
    </p:spTree>
    <p:extLst>
      <p:ext uri="{BB962C8B-B14F-4D97-AF65-F5344CB8AC3E}">
        <p14:creationId xmlns:p14="http://schemas.microsoft.com/office/powerpoint/2010/main" val="329260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AA49765-7EAD-41D6-B060-0D19997E5526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Post-lab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</a:p>
          <a:p>
            <a:pPr algn="ctr"/>
            <a:r>
              <a:rPr lang="en-US" altLang="ko-KR" dirty="0"/>
              <a:t>(4 points each)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89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CA5C1B2-53D3-4FD7-89EF-A6F19B6A0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4992"/>
            <a:ext cx="12192000" cy="36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72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1DC76CF-C140-4F1F-9C03-88865A255431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Textbook Content for Exp 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55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03529A5-CB08-43B8-A65B-2255F97DA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85EF53-3E2F-4CEE-8162-A5315368F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6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E2C157-8F8D-402F-9191-ECB158097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756DC0-37C6-4C74-8129-3FFF937A9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72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4F6073-F34E-4570-9E31-74B9AF7D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79EC85-E835-45F8-BA4A-6A13CF9B1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8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89</Words>
  <Application>Microsoft Office PowerPoint</Application>
  <PresentationFormat>와이드스크린</PresentationFormat>
  <Paragraphs>14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LKW</dc:creator>
  <cp:lastModifiedBy>LKW</cp:lastModifiedBy>
  <cp:revision>23</cp:revision>
  <dcterms:created xsi:type="dcterms:W3CDTF">2020-05-18T01:26:54Z</dcterms:created>
  <dcterms:modified xsi:type="dcterms:W3CDTF">2020-06-22T01:45:39Z</dcterms:modified>
</cp:coreProperties>
</file>