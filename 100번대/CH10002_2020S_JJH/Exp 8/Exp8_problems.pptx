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71" r:id="rId4"/>
    <p:sldId id="272" r:id="rId5"/>
    <p:sldId id="260" r:id="rId6"/>
    <p:sldId id="265" r:id="rId7"/>
    <p:sldId id="273" r:id="rId8"/>
    <p:sldId id="266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FAC8-4A64-484E-A597-88DB6366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1C17F-4F1B-4070-91D4-1A54DC5D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940CB-00E7-47E2-8C56-DE707E66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1718A-8E9A-4D8F-B6B0-87905D89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1F01-B18B-476E-82DC-C0E9822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A3F2-FC24-4B7B-B6B8-B5D4A25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92F67-0C70-4889-83E0-37D142E6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C961D-1926-4E7C-B4AB-5D21F11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9A080-0253-403D-A2FF-3FC5B58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05CCE-3DF9-40C9-BA79-AAE1FE4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6583-BA2E-42F8-BBE2-767509CC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18ACF-8C21-41AF-9F8A-78A03151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6DA2E-CE54-44B2-BD3A-41057DFA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E6ED-F060-4571-B489-587FF96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D766-047C-4FD2-9C0B-E7D50BD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3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244B-D036-456D-ACD1-3C6C7951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D7B69-562B-4597-BB61-37A35C13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55389-F475-4807-BD67-D1445A35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24EAA-9B89-4CC8-8E9F-2A5FD1E7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ECE20-089B-4EFF-A9A2-D199149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C3A00-3F7F-4048-8D6B-13771F1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19C1-4F48-4E59-9842-A0D0BDCD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1416D-9445-4EBC-85E3-887E1D438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99407-ED9A-42A0-9E4E-C04C6434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3242F-B4E5-40FD-B532-1714B0D68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F6A61-E4AA-49C1-8545-4C53402A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604073-91C2-4E83-8326-8E22883A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C53BB-ECB9-406E-80EA-77A7BF97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F8F724-D1AA-441F-A3A2-69371566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1217-9436-4B7B-AE32-CB246F21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63E3F1-1EDA-435B-A0D4-1D1C02DE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BF562-3DA6-4E3B-8E80-D5B6E1D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0358F-0D26-4498-A3B4-2FD4452E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1632A-D915-48F6-B81B-4C4F3A2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CAC6E-2B16-4089-989E-7A82D473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4B59F-CCFB-408F-BB97-1F70E439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9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81161-7829-4000-BD53-C41CD423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C03D-1ED1-47E1-9B0D-B417248A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0932B-3800-45D5-8757-62B20D40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489A3-B5BE-49A6-ADD1-318A72B7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1B444-35B3-4F18-AA82-69D14A5E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5405C-F429-42B6-A95C-78568EEB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C8C9-02B1-4CBF-93A7-5C6CC00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81377-2E30-4792-A07F-96307251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5D06A-77AC-4DCB-969D-2564D9615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F6278-B666-43B4-AE49-89DFEC8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9A556-45F0-4D7F-9499-73DC0ED9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96DAF-D66A-408E-9F63-D08DFF69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6FDC9-CAA0-4715-A876-910963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DC4E-A6ED-4823-A533-0658FF65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974A0-0A16-4BE4-AB90-DC4F7B6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AE851-042F-4280-AEC1-156ACA2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438C1-9B99-4E18-933A-7C75E77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42AB2-836F-4BD5-9173-BA1109A76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E95B5A-604C-433D-9062-44EC1813F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DC15A-2180-4F1A-8B26-7AE9C49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C3D30-7262-4157-A88E-2BCEE5A0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C6891-2BBF-4040-9766-295C5AE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0BA44B-AAB6-4413-ABCC-3BED3DFC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0B0A5-F361-4517-8D3D-89161D4FD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24798-7F4A-4288-AC08-4296E33E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868E-AFDE-485C-9FF6-DCEEE00B7D5E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EF960-A3D2-4AAD-B54A-7C90B9BBA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CBA0C-B4C4-42EF-B68E-7E458B45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EBD484-6BF8-4245-9A3F-A3F73577E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792"/>
            <a:ext cx="12192000" cy="6492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5DF50E-9161-41D0-9C11-FC95D5F56719}"/>
              </a:ext>
            </a:extLst>
          </p:cNvPr>
          <p:cNvSpPr txBox="1"/>
          <p:nvPr/>
        </p:nvSpPr>
        <p:spPr>
          <a:xfrm>
            <a:off x="10950430" y="5064636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(4 points)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D9016-262C-4FCC-815B-85FABEE90372}"/>
              </a:ext>
            </a:extLst>
          </p:cNvPr>
          <p:cNvSpPr txBox="1"/>
          <p:nvPr/>
        </p:nvSpPr>
        <p:spPr>
          <a:xfrm>
            <a:off x="10950430" y="641526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(5 points)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A6FF3-8B2F-4600-A977-355C855D5A02}"/>
              </a:ext>
            </a:extLst>
          </p:cNvPr>
          <p:cNvSpPr txBox="1"/>
          <p:nvPr/>
        </p:nvSpPr>
        <p:spPr>
          <a:xfrm>
            <a:off x="10950430" y="3521062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(4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40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B34C4A5-7166-4D67-8DF0-BFE469BF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33" y="691214"/>
            <a:ext cx="11193734" cy="54755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E41F0D-27DF-4681-9525-12C8DA6FFBDB}"/>
              </a:ext>
            </a:extLst>
          </p:cNvPr>
          <p:cNvSpPr txBox="1"/>
          <p:nvPr/>
        </p:nvSpPr>
        <p:spPr>
          <a:xfrm>
            <a:off x="3553086" y="6251553"/>
            <a:ext cx="508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(Problem 4-a will not be graded.)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7534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92911D8-89E4-4844-A236-5348767AD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1" y="180521"/>
            <a:ext cx="10078857" cy="6496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AB9B61-E5C6-44F4-8E98-74D17CCD1AE4}"/>
              </a:ext>
            </a:extLst>
          </p:cNvPr>
          <p:cNvSpPr txBox="1"/>
          <p:nvPr/>
        </p:nvSpPr>
        <p:spPr>
          <a:xfrm>
            <a:off x="10950430" y="6308146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(7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29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/>
        </p:nvSpPr>
        <p:spPr>
          <a:xfrm>
            <a:off x="838199" y="26909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D13A045-69D9-491C-BBFE-65105431A70D}"/>
              </a:ext>
            </a:extLst>
          </p:cNvPr>
          <p:cNvSpPr txBox="1"/>
          <p:nvPr/>
        </p:nvSpPr>
        <p:spPr>
          <a:xfrm>
            <a:off x="838199" y="4016541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the format shown in manual(page 32~34).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+ Discussion(Summary/Assessing the result/Conclusion) should be included here.</a:t>
            </a:r>
          </a:p>
        </p:txBody>
      </p:sp>
    </p:spTree>
    <p:extLst>
      <p:ext uri="{BB962C8B-B14F-4D97-AF65-F5344CB8AC3E}">
        <p14:creationId xmlns:p14="http://schemas.microsoft.com/office/powerpoint/2010/main" val="329260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br>
              <a:rPr lang="en-US" altLang="ko-KR" dirty="0"/>
            </a:br>
            <a:r>
              <a:rPr lang="en-US" altLang="ko-KR" dirty="0"/>
              <a:t>(#1, 2, 4, 5, 6; 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89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98A997-057C-427F-84F4-0B35C25AA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2" y="901443"/>
            <a:ext cx="12003175" cy="22196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9D1A2F-FE5F-450F-BD58-C7EC811A5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2" y="3121078"/>
            <a:ext cx="1196507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Textbook Content for Exp.8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55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11A160-1ECC-47FB-9570-218868EA9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DAEF15-9296-41A6-97AF-B5FCAB176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9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BE33389-770B-4164-AB11-AAD933FB1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CC7448-EEAC-436D-A2A3-EA0AFE2B0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0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AAFE35-8052-4483-853A-392B8A803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41B575-22E5-48D4-9628-C3CA3016F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78</Words>
  <Application>Microsoft Office PowerPoint</Application>
  <PresentationFormat>와이드스크린</PresentationFormat>
  <Paragraphs>12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LKW</dc:creator>
  <cp:lastModifiedBy>LKW</cp:lastModifiedBy>
  <cp:revision>14</cp:revision>
  <dcterms:created xsi:type="dcterms:W3CDTF">2020-05-18T01:26:54Z</dcterms:created>
  <dcterms:modified xsi:type="dcterms:W3CDTF">2020-06-08T02:28:55Z</dcterms:modified>
</cp:coreProperties>
</file>