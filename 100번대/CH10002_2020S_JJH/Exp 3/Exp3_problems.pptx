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65" r:id="rId4"/>
    <p:sldId id="261" r:id="rId5"/>
    <p:sldId id="262" r:id="rId6"/>
    <p:sldId id="263" r:id="rId7"/>
    <p:sldId id="264" r:id="rId8"/>
    <p:sldId id="268" r:id="rId9"/>
    <p:sldId id="266" r:id="rId10"/>
    <p:sldId id="26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8" d="100"/>
          <a:sy n="68" d="100"/>
        </p:scale>
        <p:origin x="-558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EF7F6-C558-47E5-8287-7EEF9129F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E47AC3-89E5-4557-9300-2665D9742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8C2F5E-CC21-4682-BE19-C3263968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CFDFF3-0611-450E-9DDF-16F59A08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F31E08-D39B-4E05-A32E-181D94C1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8133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478413-8307-4A4E-893D-EEF9B577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6A3974-9DEA-43E9-B698-FF9FCB12E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056A80-CBDD-4A49-BF6C-CD1DC266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EE6CCD-B00F-422B-BC6B-A8C7C0C32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D25AC2-2531-43AF-90F6-C1E8D32A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6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FB613-DB08-4679-A0F0-83A86113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4D485E-2C04-4E6C-8290-C66A28CB3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D7A3C8-49AD-4807-8B1B-31025F48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03014C-5BAD-48D3-98A0-2449A3C5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5A9724-AA9E-4D41-83F5-26DB9F92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926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1B5A1-86B4-4B9F-8AD6-5A7B206E8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DF280-9AF2-420F-99D5-39C9651FB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8F409C-53DA-434A-AA10-681936D7B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40DE2-25F0-43D2-B012-D8407522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2AB3E5-DE2B-4CA5-A781-A5DBCF9E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288C41-9EB0-44E7-9BDD-996552E6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42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20E66-5DEA-4AD9-B868-0F15B0CB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3CBAA-CCC0-4F88-A17F-8A6A07E58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F8188A-55ED-4BFA-AEFD-882639B52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A660681-2D46-4F58-910E-69CA614E3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EEAFA2-293B-4565-92D4-3C8C106128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5929CA-19FB-4531-9600-069DBE59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4F8E2B-E3E4-4DA5-9185-017197D66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A94D296-BD3D-4568-B9F3-A544A00B4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780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FC5204-5DBF-4305-81D2-91CEA5F8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0F2B19A-D34E-4955-8E9A-6E167FCF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F18603-1671-4948-9293-C88DE783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4CF9AC-50BC-4D37-8728-D4BBC4B0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621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5A325D-E373-43F9-831F-FDF854AC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C326AA-3A02-44B0-A905-3F30843DB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D4FC10-5D56-402B-BCB5-3C045068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530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12433-3284-406E-A3E0-CEDF92B45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AE2440-73E1-42D9-A4D7-E00469ECF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40B29A-FB45-440B-BFA9-588BCF75A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AC123E-E4B1-4A1D-9EA1-EA82B4A5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D282DA-89F5-466A-B33B-9E518F5D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108CE9-6816-42A7-B6D1-E460D97A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95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525D98-D86D-433A-A243-DA485FFA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842661-3AEC-44BE-84EF-E5281E4F8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AA83F8-66BC-4E29-96F6-74399020F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592094-6522-473A-B0F4-5089DB94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8A5454-BA0B-48EA-BD90-08011FE4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911F62-DA8F-4C9F-B528-1B8382A28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439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FD0F0-0E71-40E4-A499-108C9FD1F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2F2EE5-6A51-4990-98DD-522285148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38F83-4349-48A0-9E41-606D3238C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E1354F-CA8F-49DA-ABB4-0E9FA7A8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9B7613-B2A2-459F-90C2-D23021892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79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827F97-E190-40AF-B07C-6AC5D528C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5D80BB-1DA1-4F93-8904-494964DAA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5144EA-5624-4111-B408-BC63AC3F9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BA4F6D-BC38-4FED-84B0-F7DE4FCF8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A13D4-652D-44B9-818F-F5160514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73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3CBF5EF-3B95-405D-915B-830631F30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EEADAA-0329-4873-B93A-30EF66182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5B166A-F679-4016-B347-8F9CF1F54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10D0C-CF00-47F4-BF1E-58F026CF6AFF}" type="datetimeFigureOut">
              <a:rPr lang="ko-KR" altLang="en-US" smtClean="0"/>
              <a:t>2020-04-18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D948E-274C-483B-9B10-FAE1C8ACF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5FAA87-2B77-4DE1-96CF-774D1A41B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F7B8B-A748-44A6-8841-33025FCC16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49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4D2F5-CA21-42DB-9FBD-4071AE3F1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Pre-lab</a:t>
            </a:r>
            <a:r>
              <a:rPr lang="ko-KR" altLang="en-US" dirty="0"/>
              <a:t> </a:t>
            </a:r>
            <a:r>
              <a:rPr lang="en-US" altLang="ko-KR" dirty="0"/>
              <a:t>Questions(4 points each)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411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76BE45E-21F9-424D-95B7-0323EAE8F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461548"/>
            <a:ext cx="8030696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51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8A2BC4E-6B32-4B03-9524-F8BAE725D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231" y="947391"/>
            <a:ext cx="7973538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2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74BB461-47A6-489D-947D-0F4DD8C6C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Laboratory Reports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8147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1E08384-B7AF-4A0B-B7B1-2F3B172BA9F1}"/>
              </a:ext>
            </a:extLst>
          </p:cNvPr>
          <p:cNvSpPr txBox="1"/>
          <p:nvPr/>
        </p:nvSpPr>
        <p:spPr>
          <a:xfrm>
            <a:off x="7466202" y="187725"/>
            <a:ext cx="4379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&lt;- Figure shown in left is template for ‘(b) Result’ of Laboratory Reports.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5F651-B01B-40F1-BDC6-A83397BF9D3E}"/>
              </a:ext>
            </a:extLst>
          </p:cNvPr>
          <p:cNvSpPr txBox="1"/>
          <p:nvPr/>
        </p:nvSpPr>
        <p:spPr>
          <a:xfrm>
            <a:off x="0" y="4915949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Your ‘(c) Discussion’ must include the answer of these questions: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Show calculation of theoretical yield.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The melting point of potassium alum is 92.5°C. Comment on the purity of your sample based on your experimental melting point.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EACA460-7DC3-4282-8F76-4F4A51D52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45" y="187724"/>
            <a:ext cx="7095184" cy="372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361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23D563D-1C7D-4633-ACA2-5626C8F1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Post-lab</a:t>
            </a:r>
            <a:r>
              <a:rPr lang="ko-KR" altLang="en-US" dirty="0"/>
              <a:t> </a:t>
            </a:r>
            <a:r>
              <a:rPr lang="en-US" altLang="ko-KR" dirty="0"/>
              <a:t>Questions(2.5 points each)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541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F692C8E-E4AB-4EFB-BF97-3766A3552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33" y="1005591"/>
            <a:ext cx="9366175" cy="215705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E9B928A-5C81-4650-8990-E01A1CDC1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932" y="3162650"/>
            <a:ext cx="9366176" cy="24058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E289A-34E2-4E6D-AB4A-0F3333DA62DB}"/>
              </a:ext>
            </a:extLst>
          </p:cNvPr>
          <p:cNvSpPr txBox="1"/>
          <p:nvPr/>
        </p:nvSpPr>
        <p:spPr>
          <a:xfrm>
            <a:off x="402672" y="5931017"/>
            <a:ext cx="11350304" cy="374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(#8, Experiment 5: ‘Percent Water in a Hydrated Salt’ &lt;- google it!)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9139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2C0F6B6-96A5-4152-9BB6-0BBA6B872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Textbook Content for Exp.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0805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D71D899-6223-41BB-BC1E-945D41A95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52" y="0"/>
            <a:ext cx="4672229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82C32E-8677-4CD0-B713-98CD103B8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181" y="0"/>
            <a:ext cx="51810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3145164-F1D9-4C3C-86E9-0C9BDD43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258" y="0"/>
            <a:ext cx="4916352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DAFE84-23C3-4136-9CC6-8C6E3E041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49003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47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102</Words>
  <Application>Microsoft Office PowerPoint</Application>
  <PresentationFormat>와이드스크린</PresentationFormat>
  <Paragraphs>11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Pre-lab Questions(4 points each)</vt:lpstr>
      <vt:lpstr>PowerPoint 프레젠테이션</vt:lpstr>
      <vt:lpstr>PowerPoint 프레젠테이션</vt:lpstr>
      <vt:lpstr>Laboratory Reports</vt:lpstr>
      <vt:lpstr>PowerPoint 프레젠테이션</vt:lpstr>
      <vt:lpstr>Post-lab Questions(2.5 points each)</vt:lpstr>
      <vt:lpstr>PowerPoint 프레젠테이션</vt:lpstr>
      <vt:lpstr>Textbook Content for Exp. 3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Pre-lab Questions(4 points each)</dc:title>
  <dc:creator>LKW</dc:creator>
  <cp:lastModifiedBy>장 재형</cp:lastModifiedBy>
  <cp:revision>9</cp:revision>
  <dcterms:created xsi:type="dcterms:W3CDTF">2020-04-13T06:22:31Z</dcterms:created>
  <dcterms:modified xsi:type="dcterms:W3CDTF">2020-04-18T11:20:52Z</dcterms:modified>
</cp:coreProperties>
</file>